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24213B-E4EE-46EA-A943-ACB601D4375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553114-3F06-47A3-B7D1-95036DBDB8F1}">
      <dgm:prSet phldrT="[Text]"/>
      <dgm:spPr/>
      <dgm:t>
        <a:bodyPr/>
        <a:lstStyle/>
        <a:p>
          <a:r>
            <a:rPr lang="en-US" dirty="0" smtClean="0"/>
            <a:t>Internet Connections</a:t>
          </a:r>
          <a:endParaRPr lang="en-US" dirty="0"/>
        </a:p>
      </dgm:t>
    </dgm:pt>
    <dgm:pt modelId="{18836A57-0EF0-45A3-8FFB-4BAE7ACE2F05}" type="parTrans" cxnId="{9E1EACEA-A010-4526-B4CB-C00B25C0A91D}">
      <dgm:prSet/>
      <dgm:spPr/>
      <dgm:t>
        <a:bodyPr/>
        <a:lstStyle/>
        <a:p>
          <a:endParaRPr lang="en-US"/>
        </a:p>
      </dgm:t>
    </dgm:pt>
    <dgm:pt modelId="{CD7697EA-C2E0-4A7A-8718-C6F6A06D2FC5}" type="sibTrans" cxnId="{9E1EACEA-A010-4526-B4CB-C00B25C0A91D}">
      <dgm:prSet/>
      <dgm:spPr/>
      <dgm:t>
        <a:bodyPr/>
        <a:lstStyle/>
        <a:p>
          <a:endParaRPr lang="en-US"/>
        </a:p>
      </dgm:t>
    </dgm:pt>
    <dgm:pt modelId="{A5CAA476-180F-445E-B904-9D9E2665E7B2}">
      <dgm:prSet phldrT="[Text]"/>
      <dgm:spPr/>
      <dgm:t>
        <a:bodyPr/>
        <a:lstStyle/>
        <a:p>
          <a:r>
            <a:rPr lang="en-US" dirty="0" smtClean="0"/>
            <a:t>Wired</a:t>
          </a:r>
          <a:endParaRPr lang="en-US" dirty="0"/>
        </a:p>
      </dgm:t>
    </dgm:pt>
    <dgm:pt modelId="{77D2C9A8-A2E4-48C4-8409-1A0EF53FB783}" type="parTrans" cxnId="{69ACCD6A-933C-497A-A10B-2D5BF91444F3}">
      <dgm:prSet/>
      <dgm:spPr/>
      <dgm:t>
        <a:bodyPr/>
        <a:lstStyle/>
        <a:p>
          <a:endParaRPr lang="en-US"/>
        </a:p>
      </dgm:t>
    </dgm:pt>
    <dgm:pt modelId="{48F92033-7E5F-48C1-AF2C-D66CE6911ACA}" type="sibTrans" cxnId="{69ACCD6A-933C-497A-A10B-2D5BF91444F3}">
      <dgm:prSet/>
      <dgm:spPr/>
      <dgm:t>
        <a:bodyPr/>
        <a:lstStyle/>
        <a:p>
          <a:endParaRPr lang="en-US"/>
        </a:p>
      </dgm:t>
    </dgm:pt>
    <dgm:pt modelId="{E005FD69-E203-46DC-8C6D-C484230A94C4}">
      <dgm:prSet phldrT="[Text]"/>
      <dgm:spPr/>
      <dgm:t>
        <a:bodyPr/>
        <a:lstStyle/>
        <a:p>
          <a:r>
            <a:rPr lang="en-US" dirty="0" smtClean="0"/>
            <a:t>Wireless</a:t>
          </a:r>
          <a:endParaRPr lang="en-US" dirty="0"/>
        </a:p>
      </dgm:t>
    </dgm:pt>
    <dgm:pt modelId="{F0CAF983-4B6F-4370-A742-61D7AC0F40A5}" type="parTrans" cxnId="{B48E14EF-06EE-4015-89C7-ADFB9A34865B}">
      <dgm:prSet/>
      <dgm:spPr/>
      <dgm:t>
        <a:bodyPr/>
        <a:lstStyle/>
        <a:p>
          <a:endParaRPr lang="en-US"/>
        </a:p>
      </dgm:t>
    </dgm:pt>
    <dgm:pt modelId="{002D276F-9A39-4AD3-9F49-0C97B4AF8F48}" type="sibTrans" cxnId="{B48E14EF-06EE-4015-89C7-ADFB9A34865B}">
      <dgm:prSet/>
      <dgm:spPr/>
      <dgm:t>
        <a:bodyPr/>
        <a:lstStyle/>
        <a:p>
          <a:endParaRPr lang="en-US"/>
        </a:p>
      </dgm:t>
    </dgm:pt>
    <dgm:pt modelId="{CCB343AE-89B3-4607-8492-14785EB25FA4}" type="pres">
      <dgm:prSet presAssocID="{1724213B-E4EE-46EA-A943-ACB601D437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616A763-4DC0-4AD0-A7B3-99D78413B741}" type="pres">
      <dgm:prSet presAssocID="{6F553114-3F06-47A3-B7D1-95036DBDB8F1}" presName="hierRoot1" presStyleCnt="0"/>
      <dgm:spPr/>
    </dgm:pt>
    <dgm:pt modelId="{56C59FC3-6DFB-483D-8359-CCC65CAD74B7}" type="pres">
      <dgm:prSet presAssocID="{6F553114-3F06-47A3-B7D1-95036DBDB8F1}" presName="composite" presStyleCnt="0"/>
      <dgm:spPr/>
    </dgm:pt>
    <dgm:pt modelId="{DE84303E-B387-4390-97E3-68F3021966F6}" type="pres">
      <dgm:prSet presAssocID="{6F553114-3F06-47A3-B7D1-95036DBDB8F1}" presName="background" presStyleLbl="node0" presStyleIdx="0" presStyleCnt="1"/>
      <dgm:spPr/>
    </dgm:pt>
    <dgm:pt modelId="{A71BB6DD-0E16-4778-A4CE-378B3E79D1C4}" type="pres">
      <dgm:prSet presAssocID="{6F553114-3F06-47A3-B7D1-95036DBDB8F1}" presName="text" presStyleLbl="fgAcc0" presStyleIdx="0" presStyleCnt="1" custScaleX="128652" custLinFactNeighborX="-8378" custLinFactNeighborY="-209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2A39C4C-57F7-410E-833A-3219ABD2C6CC}" type="pres">
      <dgm:prSet presAssocID="{6F553114-3F06-47A3-B7D1-95036DBDB8F1}" presName="hierChild2" presStyleCnt="0"/>
      <dgm:spPr/>
    </dgm:pt>
    <dgm:pt modelId="{3C3F0244-F8F5-4143-A43A-4C004033E898}" type="pres">
      <dgm:prSet presAssocID="{77D2C9A8-A2E4-48C4-8409-1A0EF53FB783}" presName="Name10" presStyleLbl="parChTrans1D2" presStyleIdx="0" presStyleCnt="2"/>
      <dgm:spPr/>
      <dgm:t>
        <a:bodyPr/>
        <a:lstStyle/>
        <a:p>
          <a:endParaRPr lang="en-US"/>
        </a:p>
      </dgm:t>
    </dgm:pt>
    <dgm:pt modelId="{C55531E0-4F2E-4F12-A0CF-2426B8EC21DE}" type="pres">
      <dgm:prSet presAssocID="{A5CAA476-180F-445E-B904-9D9E2665E7B2}" presName="hierRoot2" presStyleCnt="0"/>
      <dgm:spPr/>
    </dgm:pt>
    <dgm:pt modelId="{E23788C2-29EF-4AE4-A28D-069CF27C20A9}" type="pres">
      <dgm:prSet presAssocID="{A5CAA476-180F-445E-B904-9D9E2665E7B2}" presName="composite2" presStyleCnt="0"/>
      <dgm:spPr/>
    </dgm:pt>
    <dgm:pt modelId="{0DAD8FAD-362E-42FB-B2E5-AE10B493EBB2}" type="pres">
      <dgm:prSet presAssocID="{A5CAA476-180F-445E-B904-9D9E2665E7B2}" presName="background2" presStyleLbl="node2" presStyleIdx="0" presStyleCnt="2"/>
      <dgm:spPr/>
    </dgm:pt>
    <dgm:pt modelId="{5AC46B83-45E7-41DF-B7B0-040041A26DF1}" type="pres">
      <dgm:prSet presAssocID="{A5CAA476-180F-445E-B904-9D9E2665E7B2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3B43F40-72A6-463F-858F-EBEC0569D81F}" type="pres">
      <dgm:prSet presAssocID="{A5CAA476-180F-445E-B904-9D9E2665E7B2}" presName="hierChild3" presStyleCnt="0"/>
      <dgm:spPr/>
    </dgm:pt>
    <dgm:pt modelId="{3B6A0346-FB25-4C93-B868-FF7353018B59}" type="pres">
      <dgm:prSet presAssocID="{F0CAF983-4B6F-4370-A742-61D7AC0F40A5}" presName="Name10" presStyleLbl="parChTrans1D2" presStyleIdx="1" presStyleCnt="2"/>
      <dgm:spPr/>
      <dgm:t>
        <a:bodyPr/>
        <a:lstStyle/>
        <a:p>
          <a:endParaRPr lang="en-US"/>
        </a:p>
      </dgm:t>
    </dgm:pt>
    <dgm:pt modelId="{01404B44-9B97-452F-BE94-3AE601BB91DC}" type="pres">
      <dgm:prSet presAssocID="{E005FD69-E203-46DC-8C6D-C484230A94C4}" presName="hierRoot2" presStyleCnt="0"/>
      <dgm:spPr/>
    </dgm:pt>
    <dgm:pt modelId="{B79D513D-B1F2-41D2-97A3-846CEFBA2FE2}" type="pres">
      <dgm:prSet presAssocID="{E005FD69-E203-46DC-8C6D-C484230A94C4}" presName="composite2" presStyleCnt="0"/>
      <dgm:spPr/>
    </dgm:pt>
    <dgm:pt modelId="{0F2668F1-39AA-4B80-8AB2-275D3611B1FD}" type="pres">
      <dgm:prSet presAssocID="{E005FD69-E203-46DC-8C6D-C484230A94C4}" presName="background2" presStyleLbl="node2" presStyleIdx="1" presStyleCnt="2"/>
      <dgm:spPr/>
    </dgm:pt>
    <dgm:pt modelId="{04F61CB9-A4FD-406E-945D-EACC084BE698}" type="pres">
      <dgm:prSet presAssocID="{E005FD69-E203-46DC-8C6D-C484230A94C4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A352691-260A-48F7-A679-A89FCFF246B9}" type="pres">
      <dgm:prSet presAssocID="{E005FD69-E203-46DC-8C6D-C484230A94C4}" presName="hierChild3" presStyleCnt="0"/>
      <dgm:spPr/>
    </dgm:pt>
  </dgm:ptLst>
  <dgm:cxnLst>
    <dgm:cxn modelId="{EF0CA7C2-6958-4C7C-BCB7-A632CBCDCF84}" type="presOf" srcId="{77D2C9A8-A2E4-48C4-8409-1A0EF53FB783}" destId="{3C3F0244-F8F5-4143-A43A-4C004033E898}" srcOrd="0" destOrd="0" presId="urn:microsoft.com/office/officeart/2005/8/layout/hierarchy1"/>
    <dgm:cxn modelId="{79254667-57CE-40AD-8D78-263250F58B15}" type="presOf" srcId="{A5CAA476-180F-445E-B904-9D9E2665E7B2}" destId="{5AC46B83-45E7-41DF-B7B0-040041A26DF1}" srcOrd="0" destOrd="0" presId="urn:microsoft.com/office/officeart/2005/8/layout/hierarchy1"/>
    <dgm:cxn modelId="{69ACCD6A-933C-497A-A10B-2D5BF91444F3}" srcId="{6F553114-3F06-47A3-B7D1-95036DBDB8F1}" destId="{A5CAA476-180F-445E-B904-9D9E2665E7B2}" srcOrd="0" destOrd="0" parTransId="{77D2C9A8-A2E4-48C4-8409-1A0EF53FB783}" sibTransId="{48F92033-7E5F-48C1-AF2C-D66CE6911ACA}"/>
    <dgm:cxn modelId="{A50E63E3-51CA-4CE9-901A-0C34822ECF6A}" type="presOf" srcId="{1724213B-E4EE-46EA-A943-ACB601D4375A}" destId="{CCB343AE-89B3-4607-8492-14785EB25FA4}" srcOrd="0" destOrd="0" presId="urn:microsoft.com/office/officeart/2005/8/layout/hierarchy1"/>
    <dgm:cxn modelId="{B48E14EF-06EE-4015-89C7-ADFB9A34865B}" srcId="{6F553114-3F06-47A3-B7D1-95036DBDB8F1}" destId="{E005FD69-E203-46DC-8C6D-C484230A94C4}" srcOrd="1" destOrd="0" parTransId="{F0CAF983-4B6F-4370-A742-61D7AC0F40A5}" sibTransId="{002D276F-9A39-4AD3-9F49-0C97B4AF8F48}"/>
    <dgm:cxn modelId="{66669516-D3D7-40BF-802A-3C456709430F}" type="presOf" srcId="{F0CAF983-4B6F-4370-A742-61D7AC0F40A5}" destId="{3B6A0346-FB25-4C93-B868-FF7353018B59}" srcOrd="0" destOrd="0" presId="urn:microsoft.com/office/officeart/2005/8/layout/hierarchy1"/>
    <dgm:cxn modelId="{9E1EACEA-A010-4526-B4CB-C00B25C0A91D}" srcId="{1724213B-E4EE-46EA-A943-ACB601D4375A}" destId="{6F553114-3F06-47A3-B7D1-95036DBDB8F1}" srcOrd="0" destOrd="0" parTransId="{18836A57-0EF0-45A3-8FFB-4BAE7ACE2F05}" sibTransId="{CD7697EA-C2E0-4A7A-8718-C6F6A06D2FC5}"/>
    <dgm:cxn modelId="{8BC5400D-866A-477B-AB6E-9526CF9836EE}" type="presOf" srcId="{6F553114-3F06-47A3-B7D1-95036DBDB8F1}" destId="{A71BB6DD-0E16-4778-A4CE-378B3E79D1C4}" srcOrd="0" destOrd="0" presId="urn:microsoft.com/office/officeart/2005/8/layout/hierarchy1"/>
    <dgm:cxn modelId="{17345093-B779-435C-A9F8-133976308C13}" type="presOf" srcId="{E005FD69-E203-46DC-8C6D-C484230A94C4}" destId="{04F61CB9-A4FD-406E-945D-EACC084BE698}" srcOrd="0" destOrd="0" presId="urn:microsoft.com/office/officeart/2005/8/layout/hierarchy1"/>
    <dgm:cxn modelId="{D838722A-1984-40F9-847C-F7E024B2A28F}" type="presParOf" srcId="{CCB343AE-89B3-4607-8492-14785EB25FA4}" destId="{8616A763-4DC0-4AD0-A7B3-99D78413B741}" srcOrd="0" destOrd="0" presId="urn:microsoft.com/office/officeart/2005/8/layout/hierarchy1"/>
    <dgm:cxn modelId="{13A80E7E-0778-46DD-ACF6-F6FA61F27066}" type="presParOf" srcId="{8616A763-4DC0-4AD0-A7B3-99D78413B741}" destId="{56C59FC3-6DFB-483D-8359-CCC65CAD74B7}" srcOrd="0" destOrd="0" presId="urn:microsoft.com/office/officeart/2005/8/layout/hierarchy1"/>
    <dgm:cxn modelId="{3CFC35C4-236F-47E3-AEB7-CD380DC1D04D}" type="presParOf" srcId="{56C59FC3-6DFB-483D-8359-CCC65CAD74B7}" destId="{DE84303E-B387-4390-97E3-68F3021966F6}" srcOrd="0" destOrd="0" presId="urn:microsoft.com/office/officeart/2005/8/layout/hierarchy1"/>
    <dgm:cxn modelId="{834992E3-5C06-457D-B7F3-91FBAC4135F8}" type="presParOf" srcId="{56C59FC3-6DFB-483D-8359-CCC65CAD74B7}" destId="{A71BB6DD-0E16-4778-A4CE-378B3E79D1C4}" srcOrd="1" destOrd="0" presId="urn:microsoft.com/office/officeart/2005/8/layout/hierarchy1"/>
    <dgm:cxn modelId="{ADE21DD5-2E27-4EC5-A599-40C361D3BE67}" type="presParOf" srcId="{8616A763-4DC0-4AD0-A7B3-99D78413B741}" destId="{A2A39C4C-57F7-410E-833A-3219ABD2C6CC}" srcOrd="1" destOrd="0" presId="urn:microsoft.com/office/officeart/2005/8/layout/hierarchy1"/>
    <dgm:cxn modelId="{1D947A9A-E43F-454D-84F1-E8A36119FE9E}" type="presParOf" srcId="{A2A39C4C-57F7-410E-833A-3219ABD2C6CC}" destId="{3C3F0244-F8F5-4143-A43A-4C004033E898}" srcOrd="0" destOrd="0" presId="urn:microsoft.com/office/officeart/2005/8/layout/hierarchy1"/>
    <dgm:cxn modelId="{E220E6A7-6C7A-4A73-A26F-DF4EC2F0EF3D}" type="presParOf" srcId="{A2A39C4C-57F7-410E-833A-3219ABD2C6CC}" destId="{C55531E0-4F2E-4F12-A0CF-2426B8EC21DE}" srcOrd="1" destOrd="0" presId="urn:microsoft.com/office/officeart/2005/8/layout/hierarchy1"/>
    <dgm:cxn modelId="{47DF8B8C-FE8C-4AB6-8F1B-535CED44A283}" type="presParOf" srcId="{C55531E0-4F2E-4F12-A0CF-2426B8EC21DE}" destId="{E23788C2-29EF-4AE4-A28D-069CF27C20A9}" srcOrd="0" destOrd="0" presId="urn:microsoft.com/office/officeart/2005/8/layout/hierarchy1"/>
    <dgm:cxn modelId="{F2078779-4706-4258-8A64-3D8D4CF6110E}" type="presParOf" srcId="{E23788C2-29EF-4AE4-A28D-069CF27C20A9}" destId="{0DAD8FAD-362E-42FB-B2E5-AE10B493EBB2}" srcOrd="0" destOrd="0" presId="urn:microsoft.com/office/officeart/2005/8/layout/hierarchy1"/>
    <dgm:cxn modelId="{4FA287A3-0691-4FB5-8406-AE30D3B3AC90}" type="presParOf" srcId="{E23788C2-29EF-4AE4-A28D-069CF27C20A9}" destId="{5AC46B83-45E7-41DF-B7B0-040041A26DF1}" srcOrd="1" destOrd="0" presId="urn:microsoft.com/office/officeart/2005/8/layout/hierarchy1"/>
    <dgm:cxn modelId="{2F7B77AB-8810-44A0-A237-AD812CA81037}" type="presParOf" srcId="{C55531E0-4F2E-4F12-A0CF-2426B8EC21DE}" destId="{F3B43F40-72A6-463F-858F-EBEC0569D81F}" srcOrd="1" destOrd="0" presId="urn:microsoft.com/office/officeart/2005/8/layout/hierarchy1"/>
    <dgm:cxn modelId="{4F5AA6BD-7D07-42C1-9EE7-20BAD361765E}" type="presParOf" srcId="{A2A39C4C-57F7-410E-833A-3219ABD2C6CC}" destId="{3B6A0346-FB25-4C93-B868-FF7353018B59}" srcOrd="2" destOrd="0" presId="urn:microsoft.com/office/officeart/2005/8/layout/hierarchy1"/>
    <dgm:cxn modelId="{59ED1A1C-918B-4F31-8F21-F38026ED0F70}" type="presParOf" srcId="{A2A39C4C-57F7-410E-833A-3219ABD2C6CC}" destId="{01404B44-9B97-452F-BE94-3AE601BB91DC}" srcOrd="3" destOrd="0" presId="urn:microsoft.com/office/officeart/2005/8/layout/hierarchy1"/>
    <dgm:cxn modelId="{08E85186-B9BB-4C18-99B7-018462478593}" type="presParOf" srcId="{01404B44-9B97-452F-BE94-3AE601BB91DC}" destId="{B79D513D-B1F2-41D2-97A3-846CEFBA2FE2}" srcOrd="0" destOrd="0" presId="urn:microsoft.com/office/officeart/2005/8/layout/hierarchy1"/>
    <dgm:cxn modelId="{ABA33A0A-09CF-40D4-BFFD-92A096F6DA85}" type="presParOf" srcId="{B79D513D-B1F2-41D2-97A3-846CEFBA2FE2}" destId="{0F2668F1-39AA-4B80-8AB2-275D3611B1FD}" srcOrd="0" destOrd="0" presId="urn:microsoft.com/office/officeart/2005/8/layout/hierarchy1"/>
    <dgm:cxn modelId="{3C47DE0B-E146-4CEA-8E05-A596627178FD}" type="presParOf" srcId="{B79D513D-B1F2-41D2-97A3-846CEFBA2FE2}" destId="{04F61CB9-A4FD-406E-945D-EACC084BE698}" srcOrd="1" destOrd="0" presId="urn:microsoft.com/office/officeart/2005/8/layout/hierarchy1"/>
    <dgm:cxn modelId="{8FDF1754-8F18-4856-91A1-A492B8015036}" type="presParOf" srcId="{01404B44-9B97-452F-BE94-3AE601BB91DC}" destId="{CA352691-260A-48F7-A679-A89FCFF246B9}" srcOrd="1" destOrd="0" presId="urn:microsoft.com/office/officeart/2005/8/layout/hierarchy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4621CB-0082-4DD3-A568-7D7FF21FC5CD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6952BD-167D-49D9-BFC6-62A9D4A072E0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Wireless Connectivity options</a:t>
          </a:r>
          <a:endParaRPr lang="en-US" dirty="0">
            <a:solidFill>
              <a:schemeClr val="tx1"/>
            </a:solidFill>
          </a:endParaRPr>
        </a:p>
      </dgm:t>
    </dgm:pt>
    <dgm:pt modelId="{6593C7E6-AB4D-45BD-85D9-636A0BFFF6E7}" type="parTrans" cxnId="{8F44EF5A-B606-44A6-970B-164844D5C57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CF12274-473A-412F-A89C-3044FFD74019}" type="sibTrans" cxnId="{8F44EF5A-B606-44A6-970B-164844D5C57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C1B99B8-48AB-4A1D-9250-6CC0E7A431C9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Wi-fi</a:t>
          </a:r>
          <a:endParaRPr lang="en-US" dirty="0">
            <a:solidFill>
              <a:schemeClr val="tx1"/>
            </a:solidFill>
          </a:endParaRPr>
        </a:p>
      </dgm:t>
    </dgm:pt>
    <dgm:pt modelId="{E2F22D69-B92F-4E2D-BDEC-503768FAC87E}" type="parTrans" cxnId="{78A97F29-0A28-4A56-8AB1-A0276A44F57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C3829C3-E19F-424C-BB2A-FA4693EB7EA1}" type="sibTrans" cxnId="{78A97F29-0A28-4A56-8AB1-A0276A44F57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6453784-2169-47FA-99B0-BE6FA2197062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Blue tooth</a:t>
          </a:r>
          <a:endParaRPr lang="en-US" dirty="0">
            <a:solidFill>
              <a:schemeClr val="tx1"/>
            </a:solidFill>
          </a:endParaRPr>
        </a:p>
      </dgm:t>
    </dgm:pt>
    <dgm:pt modelId="{D8B4A595-B002-438F-90A8-01CF40AB42DA}" type="parTrans" cxnId="{54965495-00EB-4B43-AE60-96917ACE3E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D04F74E-04A6-45B8-A6C5-4BBE84E65255}" type="sibTrans" cxnId="{54965495-00EB-4B43-AE60-96917ACE3E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4964CA7-BBFE-408D-9EDC-BBD353024820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Cellular</a:t>
          </a:r>
          <a:endParaRPr lang="en-US" dirty="0">
            <a:solidFill>
              <a:schemeClr val="tx1"/>
            </a:solidFill>
          </a:endParaRPr>
        </a:p>
      </dgm:t>
    </dgm:pt>
    <dgm:pt modelId="{5899A8F4-5FDA-4434-8758-E7F877C9C043}" type="parTrans" cxnId="{10365FD7-FDDE-49B7-A0AC-DEEF789CDF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6F54E83-4C5B-46CE-A246-A2B17901D2DA}" type="sibTrans" cxnId="{10365FD7-FDDE-49B7-A0AC-DEEF789CDF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AE49A8D-053E-4E1A-966F-03840210AAAB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Wi-Max</a:t>
          </a:r>
          <a:endParaRPr lang="en-US" dirty="0">
            <a:solidFill>
              <a:schemeClr val="tx1"/>
            </a:solidFill>
          </a:endParaRPr>
        </a:p>
      </dgm:t>
    </dgm:pt>
    <dgm:pt modelId="{CB6035D6-E1D5-44B7-BE08-611A1D90E302}" type="parTrans" cxnId="{BDB57E76-CA1E-422B-A9B9-C8F49AA8272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658E0A4-33E3-44CF-A624-56BC5C8C0AE4}" type="sibTrans" cxnId="{BDB57E76-CA1E-422B-A9B9-C8F49AA8272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95944D-D711-4C6E-B2B7-40BA35D1845A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Radio Wave</a:t>
          </a:r>
          <a:endParaRPr lang="en-US" dirty="0">
            <a:solidFill>
              <a:schemeClr val="tx1"/>
            </a:solidFill>
          </a:endParaRPr>
        </a:p>
      </dgm:t>
    </dgm:pt>
    <dgm:pt modelId="{DD7BF942-4E88-4991-87C6-FC750A235CD0}" type="parTrans" cxnId="{E60111A2-9364-4037-B840-94B7BB82861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4850866-206B-41DC-9F71-A703372BFF17}" type="sibTrans" cxnId="{E60111A2-9364-4037-B840-94B7BB82861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1FA00BA-2705-448B-BED7-0F6ED6377001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Satellite</a:t>
          </a:r>
          <a:endParaRPr lang="en-US" dirty="0">
            <a:solidFill>
              <a:schemeClr val="tx1"/>
            </a:solidFill>
          </a:endParaRPr>
        </a:p>
      </dgm:t>
    </dgm:pt>
    <dgm:pt modelId="{E93386C6-058A-44F7-81E7-931D917CB61D}" type="parTrans" cxnId="{475954F2-C5C7-4C58-A472-02582E6C0AF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FE614D5-7AE0-42E9-82CC-F8326C4FBF0B}" type="sibTrans" cxnId="{475954F2-C5C7-4C58-A472-02582E6C0AF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2C30C28-4854-452C-BA5F-12DC467E4A9D}" type="pres">
      <dgm:prSet presAssocID="{BE4621CB-0082-4DD3-A568-7D7FF21FC5C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E9932AC-8949-4850-A7C5-EA01C3CC6CD7}" type="pres">
      <dgm:prSet presAssocID="{296952BD-167D-49D9-BFC6-62A9D4A072E0}" presName="root" presStyleCnt="0"/>
      <dgm:spPr/>
    </dgm:pt>
    <dgm:pt modelId="{438D5C5D-CC15-4596-819A-D5725526FC3A}" type="pres">
      <dgm:prSet presAssocID="{296952BD-167D-49D9-BFC6-62A9D4A072E0}" presName="rootComposite" presStyleCnt="0"/>
      <dgm:spPr/>
    </dgm:pt>
    <dgm:pt modelId="{00790954-2C61-42E9-9BF8-226EF26BD490}" type="pres">
      <dgm:prSet presAssocID="{296952BD-167D-49D9-BFC6-62A9D4A072E0}" presName="rootText" presStyleLbl="node1" presStyleIdx="0" presStyleCnt="1" custScaleX="281571"/>
      <dgm:spPr/>
      <dgm:t>
        <a:bodyPr/>
        <a:lstStyle/>
        <a:p>
          <a:endParaRPr lang="en-US"/>
        </a:p>
      </dgm:t>
    </dgm:pt>
    <dgm:pt modelId="{0D6C20DD-D256-4838-AE6B-557DAA1FA5AF}" type="pres">
      <dgm:prSet presAssocID="{296952BD-167D-49D9-BFC6-62A9D4A072E0}" presName="rootConnector" presStyleLbl="node1" presStyleIdx="0" presStyleCnt="1"/>
      <dgm:spPr/>
      <dgm:t>
        <a:bodyPr/>
        <a:lstStyle/>
        <a:p>
          <a:endParaRPr lang="en-US"/>
        </a:p>
      </dgm:t>
    </dgm:pt>
    <dgm:pt modelId="{586E3743-F387-4416-894D-CDB2A497D480}" type="pres">
      <dgm:prSet presAssocID="{296952BD-167D-49D9-BFC6-62A9D4A072E0}" presName="childShape" presStyleCnt="0"/>
      <dgm:spPr/>
    </dgm:pt>
    <dgm:pt modelId="{5CC153C7-0075-42B6-AECD-C90597912D20}" type="pres">
      <dgm:prSet presAssocID="{E2F22D69-B92F-4E2D-BDEC-503768FAC87E}" presName="Name13" presStyleLbl="parChTrans1D2" presStyleIdx="0" presStyleCnt="6"/>
      <dgm:spPr/>
      <dgm:t>
        <a:bodyPr/>
        <a:lstStyle/>
        <a:p>
          <a:endParaRPr lang="en-US"/>
        </a:p>
      </dgm:t>
    </dgm:pt>
    <dgm:pt modelId="{1C1B3229-BBD2-47EF-B455-22129E0A82D8}" type="pres">
      <dgm:prSet presAssocID="{8C1B99B8-48AB-4A1D-9250-6CC0E7A431C9}" presName="childText" presStyleLbl="bgAcc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323D47-FC6B-4840-87F8-4E9E282F0975}" type="pres">
      <dgm:prSet presAssocID="{D8B4A595-B002-438F-90A8-01CF40AB42DA}" presName="Name13" presStyleLbl="parChTrans1D2" presStyleIdx="1" presStyleCnt="6"/>
      <dgm:spPr/>
      <dgm:t>
        <a:bodyPr/>
        <a:lstStyle/>
        <a:p>
          <a:endParaRPr lang="en-US"/>
        </a:p>
      </dgm:t>
    </dgm:pt>
    <dgm:pt modelId="{4244D2C3-5008-40A7-B214-F16C204D4321}" type="pres">
      <dgm:prSet presAssocID="{66453784-2169-47FA-99B0-BE6FA2197062}" presName="childText" presStyleLbl="bgAcc1" presStyleIdx="1" presStyleCnt="6" custScaleX="1327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AE3572-B4C4-4256-AB00-C486FC0A001A}" type="pres">
      <dgm:prSet presAssocID="{5899A8F4-5FDA-4434-8758-E7F877C9C043}" presName="Name13" presStyleLbl="parChTrans1D2" presStyleIdx="2" presStyleCnt="6"/>
      <dgm:spPr/>
      <dgm:t>
        <a:bodyPr/>
        <a:lstStyle/>
        <a:p>
          <a:endParaRPr lang="en-US"/>
        </a:p>
      </dgm:t>
    </dgm:pt>
    <dgm:pt modelId="{01253165-AF53-4938-B957-2C15993FBD68}" type="pres">
      <dgm:prSet presAssocID="{44964CA7-BBFE-408D-9EDC-BBD353024820}" presName="childText" presStyleLbl="bg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1020C-9661-4065-8461-84AA6512FC3D}" type="pres">
      <dgm:prSet presAssocID="{CB6035D6-E1D5-44B7-BE08-611A1D90E302}" presName="Name13" presStyleLbl="parChTrans1D2" presStyleIdx="3" presStyleCnt="6"/>
      <dgm:spPr/>
      <dgm:t>
        <a:bodyPr/>
        <a:lstStyle/>
        <a:p>
          <a:endParaRPr lang="en-US"/>
        </a:p>
      </dgm:t>
    </dgm:pt>
    <dgm:pt modelId="{C92A4A7A-6744-42FF-87B9-DB23E563DAD1}" type="pres">
      <dgm:prSet presAssocID="{9AE49A8D-053E-4E1A-966F-03840210AAAB}" presName="childText" presStyleLbl="bg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D32128-FB98-4217-B952-763904E202C0}" type="pres">
      <dgm:prSet presAssocID="{DD7BF942-4E88-4991-87C6-FC750A235CD0}" presName="Name13" presStyleLbl="parChTrans1D2" presStyleIdx="4" presStyleCnt="6"/>
      <dgm:spPr/>
      <dgm:t>
        <a:bodyPr/>
        <a:lstStyle/>
        <a:p>
          <a:endParaRPr lang="en-US"/>
        </a:p>
      </dgm:t>
    </dgm:pt>
    <dgm:pt modelId="{D767166A-FB1E-4EC7-89CB-03118CFCB49F}" type="pres">
      <dgm:prSet presAssocID="{1C95944D-D711-4C6E-B2B7-40BA35D1845A}" presName="childText" presStyleLbl="bgAcc1" presStyleIdx="4" presStyleCnt="6" custScaleX="1327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0D9112-653E-4D9C-B425-B8EA461E5B91}" type="pres">
      <dgm:prSet presAssocID="{E93386C6-058A-44F7-81E7-931D917CB61D}" presName="Name13" presStyleLbl="parChTrans1D2" presStyleIdx="5" presStyleCnt="6"/>
      <dgm:spPr/>
      <dgm:t>
        <a:bodyPr/>
        <a:lstStyle/>
        <a:p>
          <a:endParaRPr lang="en-US"/>
        </a:p>
      </dgm:t>
    </dgm:pt>
    <dgm:pt modelId="{289D7D89-1CCE-43F8-ABD1-1F0F920D4C7D}" type="pres">
      <dgm:prSet presAssocID="{A1FA00BA-2705-448B-BED7-0F6ED6377001}" presName="childText" presStyleLbl="bg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8A97F29-0A28-4A56-8AB1-A0276A44F57A}" srcId="{296952BD-167D-49D9-BFC6-62A9D4A072E0}" destId="{8C1B99B8-48AB-4A1D-9250-6CC0E7A431C9}" srcOrd="0" destOrd="0" parTransId="{E2F22D69-B92F-4E2D-BDEC-503768FAC87E}" sibTransId="{CC3829C3-E19F-424C-BB2A-FA4693EB7EA1}"/>
    <dgm:cxn modelId="{C8436C31-897D-4A84-90D0-EAF6EA9AC387}" type="presOf" srcId="{CB6035D6-E1D5-44B7-BE08-611A1D90E302}" destId="{4191020C-9661-4065-8461-84AA6512FC3D}" srcOrd="0" destOrd="0" presId="urn:microsoft.com/office/officeart/2005/8/layout/hierarchy3"/>
    <dgm:cxn modelId="{008A115F-484E-4293-9633-6DDEE21370AD}" type="presOf" srcId="{296952BD-167D-49D9-BFC6-62A9D4A072E0}" destId="{00790954-2C61-42E9-9BF8-226EF26BD490}" srcOrd="0" destOrd="0" presId="urn:microsoft.com/office/officeart/2005/8/layout/hierarchy3"/>
    <dgm:cxn modelId="{A73C6A98-8FE6-4C24-9925-776BC023A303}" type="presOf" srcId="{9AE49A8D-053E-4E1A-966F-03840210AAAB}" destId="{C92A4A7A-6744-42FF-87B9-DB23E563DAD1}" srcOrd="0" destOrd="0" presId="urn:microsoft.com/office/officeart/2005/8/layout/hierarchy3"/>
    <dgm:cxn modelId="{8F44EF5A-B606-44A6-970B-164844D5C57A}" srcId="{BE4621CB-0082-4DD3-A568-7D7FF21FC5CD}" destId="{296952BD-167D-49D9-BFC6-62A9D4A072E0}" srcOrd="0" destOrd="0" parTransId="{6593C7E6-AB4D-45BD-85D9-636A0BFFF6E7}" sibTransId="{CCF12274-473A-412F-A89C-3044FFD74019}"/>
    <dgm:cxn modelId="{475954F2-C5C7-4C58-A472-02582E6C0AFD}" srcId="{296952BD-167D-49D9-BFC6-62A9D4A072E0}" destId="{A1FA00BA-2705-448B-BED7-0F6ED6377001}" srcOrd="5" destOrd="0" parTransId="{E93386C6-058A-44F7-81E7-931D917CB61D}" sibTransId="{9FE614D5-7AE0-42E9-82CC-F8326C4FBF0B}"/>
    <dgm:cxn modelId="{E60111A2-9364-4037-B840-94B7BB828618}" srcId="{296952BD-167D-49D9-BFC6-62A9D4A072E0}" destId="{1C95944D-D711-4C6E-B2B7-40BA35D1845A}" srcOrd="4" destOrd="0" parTransId="{DD7BF942-4E88-4991-87C6-FC750A235CD0}" sibTransId="{94850866-206B-41DC-9F71-A703372BFF17}"/>
    <dgm:cxn modelId="{757EF941-3457-48B3-92AB-25D060EA055E}" type="presOf" srcId="{DD7BF942-4E88-4991-87C6-FC750A235CD0}" destId="{5FD32128-FB98-4217-B952-763904E202C0}" srcOrd="0" destOrd="0" presId="urn:microsoft.com/office/officeart/2005/8/layout/hierarchy3"/>
    <dgm:cxn modelId="{6E61DF12-E248-4D8A-BD8B-812352B96580}" type="presOf" srcId="{296952BD-167D-49D9-BFC6-62A9D4A072E0}" destId="{0D6C20DD-D256-4838-AE6B-557DAA1FA5AF}" srcOrd="1" destOrd="0" presId="urn:microsoft.com/office/officeart/2005/8/layout/hierarchy3"/>
    <dgm:cxn modelId="{10365FD7-FDDE-49B7-A0AC-DEEF789CDFB5}" srcId="{296952BD-167D-49D9-BFC6-62A9D4A072E0}" destId="{44964CA7-BBFE-408D-9EDC-BBD353024820}" srcOrd="2" destOrd="0" parTransId="{5899A8F4-5FDA-4434-8758-E7F877C9C043}" sibTransId="{06F54E83-4C5B-46CE-A246-A2B17901D2DA}"/>
    <dgm:cxn modelId="{44EDC333-BF19-4DD6-98F5-926867F19B87}" type="presOf" srcId="{8C1B99B8-48AB-4A1D-9250-6CC0E7A431C9}" destId="{1C1B3229-BBD2-47EF-B455-22129E0A82D8}" srcOrd="0" destOrd="0" presId="urn:microsoft.com/office/officeart/2005/8/layout/hierarchy3"/>
    <dgm:cxn modelId="{24269CE6-C566-4FFD-9FE7-A7AC8EA5D7A9}" type="presOf" srcId="{66453784-2169-47FA-99B0-BE6FA2197062}" destId="{4244D2C3-5008-40A7-B214-F16C204D4321}" srcOrd="0" destOrd="0" presId="urn:microsoft.com/office/officeart/2005/8/layout/hierarchy3"/>
    <dgm:cxn modelId="{A13D913C-8EA3-4E56-A7B6-2DA8A522F99F}" type="presOf" srcId="{E93386C6-058A-44F7-81E7-931D917CB61D}" destId="{E50D9112-653E-4D9C-B425-B8EA461E5B91}" srcOrd="0" destOrd="0" presId="urn:microsoft.com/office/officeart/2005/8/layout/hierarchy3"/>
    <dgm:cxn modelId="{4D769186-6470-44DD-9F81-B45A8388AC58}" type="presOf" srcId="{A1FA00BA-2705-448B-BED7-0F6ED6377001}" destId="{289D7D89-1CCE-43F8-ABD1-1F0F920D4C7D}" srcOrd="0" destOrd="0" presId="urn:microsoft.com/office/officeart/2005/8/layout/hierarchy3"/>
    <dgm:cxn modelId="{4F3207F7-A9EA-4FAF-85C7-4AC5DB495D23}" type="presOf" srcId="{E2F22D69-B92F-4E2D-BDEC-503768FAC87E}" destId="{5CC153C7-0075-42B6-AECD-C90597912D20}" srcOrd="0" destOrd="0" presId="urn:microsoft.com/office/officeart/2005/8/layout/hierarchy3"/>
    <dgm:cxn modelId="{535B65E4-9FDD-4746-90BA-74D996A768FE}" type="presOf" srcId="{5899A8F4-5FDA-4434-8758-E7F877C9C043}" destId="{7CAE3572-B4C4-4256-AB00-C486FC0A001A}" srcOrd="0" destOrd="0" presId="urn:microsoft.com/office/officeart/2005/8/layout/hierarchy3"/>
    <dgm:cxn modelId="{D7D46459-9497-42F2-B885-E292CDAE1492}" type="presOf" srcId="{BE4621CB-0082-4DD3-A568-7D7FF21FC5CD}" destId="{02C30C28-4854-452C-BA5F-12DC467E4A9D}" srcOrd="0" destOrd="0" presId="urn:microsoft.com/office/officeart/2005/8/layout/hierarchy3"/>
    <dgm:cxn modelId="{9388B3F3-2DF8-4484-9072-F2760B8157E7}" type="presOf" srcId="{1C95944D-D711-4C6E-B2B7-40BA35D1845A}" destId="{D767166A-FB1E-4EC7-89CB-03118CFCB49F}" srcOrd="0" destOrd="0" presId="urn:microsoft.com/office/officeart/2005/8/layout/hierarchy3"/>
    <dgm:cxn modelId="{EDAA6EEB-6078-4E9E-9114-0990D3DC3AEC}" type="presOf" srcId="{44964CA7-BBFE-408D-9EDC-BBD353024820}" destId="{01253165-AF53-4938-B957-2C15993FBD68}" srcOrd="0" destOrd="0" presId="urn:microsoft.com/office/officeart/2005/8/layout/hierarchy3"/>
    <dgm:cxn modelId="{54965495-00EB-4B43-AE60-96917ACE3E9B}" srcId="{296952BD-167D-49D9-BFC6-62A9D4A072E0}" destId="{66453784-2169-47FA-99B0-BE6FA2197062}" srcOrd="1" destOrd="0" parTransId="{D8B4A595-B002-438F-90A8-01CF40AB42DA}" sibTransId="{FD04F74E-04A6-45B8-A6C5-4BBE84E65255}"/>
    <dgm:cxn modelId="{BDB57E76-CA1E-422B-A9B9-C8F49AA82727}" srcId="{296952BD-167D-49D9-BFC6-62A9D4A072E0}" destId="{9AE49A8D-053E-4E1A-966F-03840210AAAB}" srcOrd="3" destOrd="0" parTransId="{CB6035D6-E1D5-44B7-BE08-611A1D90E302}" sibTransId="{5658E0A4-33E3-44CF-A624-56BC5C8C0AE4}"/>
    <dgm:cxn modelId="{01726124-9ED4-40F3-82BD-E2402E9381EC}" type="presOf" srcId="{D8B4A595-B002-438F-90A8-01CF40AB42DA}" destId="{87323D47-FC6B-4840-87F8-4E9E282F0975}" srcOrd="0" destOrd="0" presId="urn:microsoft.com/office/officeart/2005/8/layout/hierarchy3"/>
    <dgm:cxn modelId="{27753BAC-B0F2-4D3E-83F3-3998278BA572}" type="presParOf" srcId="{02C30C28-4854-452C-BA5F-12DC467E4A9D}" destId="{9E9932AC-8949-4850-A7C5-EA01C3CC6CD7}" srcOrd="0" destOrd="0" presId="urn:microsoft.com/office/officeart/2005/8/layout/hierarchy3"/>
    <dgm:cxn modelId="{18BCC245-D113-4482-9794-D91971F0B1CA}" type="presParOf" srcId="{9E9932AC-8949-4850-A7C5-EA01C3CC6CD7}" destId="{438D5C5D-CC15-4596-819A-D5725526FC3A}" srcOrd="0" destOrd="0" presId="urn:microsoft.com/office/officeart/2005/8/layout/hierarchy3"/>
    <dgm:cxn modelId="{5EF28134-E74B-4E84-9262-CC83EF1342A6}" type="presParOf" srcId="{438D5C5D-CC15-4596-819A-D5725526FC3A}" destId="{00790954-2C61-42E9-9BF8-226EF26BD490}" srcOrd="0" destOrd="0" presId="urn:microsoft.com/office/officeart/2005/8/layout/hierarchy3"/>
    <dgm:cxn modelId="{73094E05-9EBE-4E2B-BD35-1CB2C42DA9A7}" type="presParOf" srcId="{438D5C5D-CC15-4596-819A-D5725526FC3A}" destId="{0D6C20DD-D256-4838-AE6B-557DAA1FA5AF}" srcOrd="1" destOrd="0" presId="urn:microsoft.com/office/officeart/2005/8/layout/hierarchy3"/>
    <dgm:cxn modelId="{A608EFDE-1E76-4C24-89E1-BAC35C75DAC9}" type="presParOf" srcId="{9E9932AC-8949-4850-A7C5-EA01C3CC6CD7}" destId="{586E3743-F387-4416-894D-CDB2A497D480}" srcOrd="1" destOrd="0" presId="urn:microsoft.com/office/officeart/2005/8/layout/hierarchy3"/>
    <dgm:cxn modelId="{B7118D43-0513-4345-8341-110F68D135E5}" type="presParOf" srcId="{586E3743-F387-4416-894D-CDB2A497D480}" destId="{5CC153C7-0075-42B6-AECD-C90597912D20}" srcOrd="0" destOrd="0" presId="urn:microsoft.com/office/officeart/2005/8/layout/hierarchy3"/>
    <dgm:cxn modelId="{BC81FD11-989E-4C9A-8257-5F2C2B41850D}" type="presParOf" srcId="{586E3743-F387-4416-894D-CDB2A497D480}" destId="{1C1B3229-BBD2-47EF-B455-22129E0A82D8}" srcOrd="1" destOrd="0" presId="urn:microsoft.com/office/officeart/2005/8/layout/hierarchy3"/>
    <dgm:cxn modelId="{F47E4A20-A201-4D63-B284-7C16DE45669B}" type="presParOf" srcId="{586E3743-F387-4416-894D-CDB2A497D480}" destId="{87323D47-FC6B-4840-87F8-4E9E282F0975}" srcOrd="2" destOrd="0" presId="urn:microsoft.com/office/officeart/2005/8/layout/hierarchy3"/>
    <dgm:cxn modelId="{FB00CB95-5B96-43AB-9BA2-612187125B26}" type="presParOf" srcId="{586E3743-F387-4416-894D-CDB2A497D480}" destId="{4244D2C3-5008-40A7-B214-F16C204D4321}" srcOrd="3" destOrd="0" presId="urn:microsoft.com/office/officeart/2005/8/layout/hierarchy3"/>
    <dgm:cxn modelId="{77895392-41B7-4A0C-A937-D828FCC7C8AF}" type="presParOf" srcId="{586E3743-F387-4416-894D-CDB2A497D480}" destId="{7CAE3572-B4C4-4256-AB00-C486FC0A001A}" srcOrd="4" destOrd="0" presId="urn:microsoft.com/office/officeart/2005/8/layout/hierarchy3"/>
    <dgm:cxn modelId="{99E2443C-B7C7-4AA0-9460-9DB75C034436}" type="presParOf" srcId="{586E3743-F387-4416-894D-CDB2A497D480}" destId="{01253165-AF53-4938-B957-2C15993FBD68}" srcOrd="5" destOrd="0" presId="urn:microsoft.com/office/officeart/2005/8/layout/hierarchy3"/>
    <dgm:cxn modelId="{BC604F45-1B70-44CE-A4AD-46E51683A940}" type="presParOf" srcId="{586E3743-F387-4416-894D-CDB2A497D480}" destId="{4191020C-9661-4065-8461-84AA6512FC3D}" srcOrd="6" destOrd="0" presId="urn:microsoft.com/office/officeart/2005/8/layout/hierarchy3"/>
    <dgm:cxn modelId="{80833632-D5AA-4062-9500-E2935B4B8EA5}" type="presParOf" srcId="{586E3743-F387-4416-894D-CDB2A497D480}" destId="{C92A4A7A-6744-42FF-87B9-DB23E563DAD1}" srcOrd="7" destOrd="0" presId="urn:microsoft.com/office/officeart/2005/8/layout/hierarchy3"/>
    <dgm:cxn modelId="{D5B81AA3-F1A9-41B2-A54F-DEFE66C0A4D7}" type="presParOf" srcId="{586E3743-F387-4416-894D-CDB2A497D480}" destId="{5FD32128-FB98-4217-B952-763904E202C0}" srcOrd="8" destOrd="0" presId="urn:microsoft.com/office/officeart/2005/8/layout/hierarchy3"/>
    <dgm:cxn modelId="{CFF17EC3-A9ED-4380-8D96-6B53F01848C1}" type="presParOf" srcId="{586E3743-F387-4416-894D-CDB2A497D480}" destId="{D767166A-FB1E-4EC7-89CB-03118CFCB49F}" srcOrd="9" destOrd="0" presId="urn:microsoft.com/office/officeart/2005/8/layout/hierarchy3"/>
    <dgm:cxn modelId="{EEDC6DCC-B2ED-415E-A430-F39EB72E7EE8}" type="presParOf" srcId="{586E3743-F387-4416-894D-CDB2A497D480}" destId="{E50D9112-653E-4D9C-B425-B8EA461E5B91}" srcOrd="10" destOrd="0" presId="urn:microsoft.com/office/officeart/2005/8/layout/hierarchy3"/>
    <dgm:cxn modelId="{28C1EAF3-872B-4653-8969-44BB52597F0F}" type="presParOf" srcId="{586E3743-F387-4416-894D-CDB2A497D480}" destId="{289D7D89-1CCE-43F8-ABD1-1F0F920D4C7D}" srcOrd="11" destOrd="0" presId="urn:microsoft.com/office/officeart/2005/8/layout/hierarchy3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BE0A9D-8D36-44BB-B4FF-D04906AED84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A65357-3029-420F-BF4B-0DAA32959655}">
      <dgm:prSet phldrT="[Text]" custT="1"/>
      <dgm:spPr/>
      <dgm:t>
        <a:bodyPr/>
        <a:lstStyle/>
        <a:p>
          <a:r>
            <a:rPr lang="en-US" sz="1800" b="1" dirty="0" smtClean="0">
              <a:solidFill>
                <a:schemeClr val="tx1"/>
              </a:solidFill>
            </a:rPr>
            <a:t>Wired Connectivity Options</a:t>
          </a:r>
          <a:endParaRPr lang="en-US" sz="1800" dirty="0">
            <a:solidFill>
              <a:schemeClr val="tx1"/>
            </a:solidFill>
          </a:endParaRPr>
        </a:p>
      </dgm:t>
    </dgm:pt>
    <dgm:pt modelId="{FF29F617-3779-4A01-94CD-4E68A4A83A83}" type="parTrans" cxnId="{B4E1624D-4AE5-47E2-9180-18B0F6339873}">
      <dgm:prSet/>
      <dgm:spPr/>
      <dgm:t>
        <a:bodyPr/>
        <a:lstStyle/>
        <a:p>
          <a:endParaRPr lang="en-US" sz="1800"/>
        </a:p>
      </dgm:t>
    </dgm:pt>
    <dgm:pt modelId="{061C7C6D-A66E-4E49-AF71-C5AF395B3447}" type="sibTrans" cxnId="{B4E1624D-4AE5-47E2-9180-18B0F6339873}">
      <dgm:prSet/>
      <dgm:spPr/>
      <dgm:t>
        <a:bodyPr/>
        <a:lstStyle/>
        <a:p>
          <a:endParaRPr lang="en-US" sz="1800"/>
        </a:p>
      </dgm:t>
    </dgm:pt>
    <dgm:pt modelId="{20D6180D-591E-484B-83F6-25A2E126E84B}">
      <dgm:prSet phldrT="[Text]" custT="1"/>
      <dgm:spPr/>
      <dgm:t>
        <a:bodyPr/>
        <a:lstStyle/>
        <a:p>
          <a:r>
            <a:rPr lang="en-US" sz="1800" b="1" dirty="0" smtClean="0">
              <a:solidFill>
                <a:schemeClr val="tx1"/>
              </a:solidFill>
            </a:rPr>
            <a:t>Copper wire              </a:t>
          </a:r>
          <a:endParaRPr lang="en-US" sz="1800" dirty="0">
            <a:solidFill>
              <a:schemeClr val="tx1"/>
            </a:solidFill>
          </a:endParaRPr>
        </a:p>
      </dgm:t>
    </dgm:pt>
    <dgm:pt modelId="{1E613E1F-A4B5-4FE8-9C6A-75AF712ED096}" type="parTrans" cxnId="{F518728E-6534-4834-8C26-EB29DF88556F}">
      <dgm:prSet/>
      <dgm:spPr/>
      <dgm:t>
        <a:bodyPr/>
        <a:lstStyle/>
        <a:p>
          <a:endParaRPr lang="en-US" sz="1800"/>
        </a:p>
      </dgm:t>
    </dgm:pt>
    <dgm:pt modelId="{EA7C63E9-1BB0-4107-8464-C168A9793438}" type="sibTrans" cxnId="{F518728E-6534-4834-8C26-EB29DF88556F}">
      <dgm:prSet/>
      <dgm:spPr/>
      <dgm:t>
        <a:bodyPr/>
        <a:lstStyle/>
        <a:p>
          <a:endParaRPr lang="en-US" sz="1800"/>
        </a:p>
      </dgm:t>
    </dgm:pt>
    <dgm:pt modelId="{529C7025-79A4-422A-9629-4BE963F3E4EE}">
      <dgm:prSet phldrT="[Text]" custT="1"/>
      <dgm:spPr/>
      <dgm:t>
        <a:bodyPr/>
        <a:lstStyle/>
        <a:p>
          <a:r>
            <a:rPr lang="en-US" sz="1800" b="1" dirty="0" smtClean="0">
              <a:solidFill>
                <a:schemeClr val="tx1"/>
              </a:solidFill>
            </a:rPr>
            <a:t>Coaxial  </a:t>
          </a:r>
          <a:endParaRPr lang="en-US" sz="1800" dirty="0">
            <a:solidFill>
              <a:schemeClr val="tx1"/>
            </a:solidFill>
          </a:endParaRPr>
        </a:p>
      </dgm:t>
    </dgm:pt>
    <dgm:pt modelId="{0E9F8481-36A5-4797-99D0-909421A2B96A}" type="parTrans" cxnId="{775EBD8D-CA63-480D-A954-990862C3E9F4}">
      <dgm:prSet/>
      <dgm:spPr/>
      <dgm:t>
        <a:bodyPr/>
        <a:lstStyle/>
        <a:p>
          <a:endParaRPr lang="en-US" sz="1800"/>
        </a:p>
      </dgm:t>
    </dgm:pt>
    <dgm:pt modelId="{D16D8167-E800-4BE3-BD19-42FF0CBC9D14}" type="sibTrans" cxnId="{775EBD8D-CA63-480D-A954-990862C3E9F4}">
      <dgm:prSet/>
      <dgm:spPr/>
      <dgm:t>
        <a:bodyPr/>
        <a:lstStyle/>
        <a:p>
          <a:endParaRPr lang="en-US" sz="1800"/>
        </a:p>
      </dgm:t>
    </dgm:pt>
    <dgm:pt modelId="{E2855BBA-1C0B-499E-A600-7E038B9806BB}">
      <dgm:prSet phldrT="[Text]" custT="1"/>
      <dgm:spPr/>
      <dgm:t>
        <a:bodyPr/>
        <a:lstStyle/>
        <a:p>
          <a:r>
            <a:rPr lang="en-US" sz="1800" b="1" dirty="0" smtClean="0">
              <a:solidFill>
                <a:schemeClr val="tx1"/>
              </a:solidFill>
            </a:rPr>
            <a:t>Twisted pair</a:t>
          </a:r>
          <a:endParaRPr lang="en-US" sz="1800" dirty="0">
            <a:solidFill>
              <a:schemeClr val="tx1"/>
            </a:solidFill>
          </a:endParaRPr>
        </a:p>
      </dgm:t>
    </dgm:pt>
    <dgm:pt modelId="{A9A1D851-1FAC-4B73-8671-378BCD706B97}" type="parTrans" cxnId="{A4DDCFEE-04E5-4F97-815A-C16B83531CE7}">
      <dgm:prSet/>
      <dgm:spPr/>
      <dgm:t>
        <a:bodyPr/>
        <a:lstStyle/>
        <a:p>
          <a:endParaRPr lang="en-US" sz="1800"/>
        </a:p>
      </dgm:t>
    </dgm:pt>
    <dgm:pt modelId="{51418E4E-D9D0-404F-A969-57835012285F}" type="sibTrans" cxnId="{A4DDCFEE-04E5-4F97-815A-C16B83531CE7}">
      <dgm:prSet/>
      <dgm:spPr/>
      <dgm:t>
        <a:bodyPr/>
        <a:lstStyle/>
        <a:p>
          <a:endParaRPr lang="en-US" sz="1800"/>
        </a:p>
      </dgm:t>
    </dgm:pt>
    <dgm:pt modelId="{210F768E-0E40-410F-8F81-794D8A25379A}">
      <dgm:prSet phldrT="[Text]" custT="1"/>
      <dgm:spPr/>
      <dgm:t>
        <a:bodyPr/>
        <a:lstStyle/>
        <a:p>
          <a:r>
            <a:rPr lang="en-US" sz="1800" b="1" dirty="0" smtClean="0">
              <a:solidFill>
                <a:schemeClr val="tx1"/>
              </a:solidFill>
            </a:rPr>
            <a:t>Fiber Optics </a:t>
          </a:r>
          <a:endParaRPr lang="en-US" sz="1800" dirty="0">
            <a:solidFill>
              <a:schemeClr val="tx1"/>
            </a:solidFill>
          </a:endParaRPr>
        </a:p>
      </dgm:t>
    </dgm:pt>
    <dgm:pt modelId="{07D940C6-D333-4B34-8EB6-2F4FFB738298}" type="parTrans" cxnId="{B35B574B-DFC0-4369-B821-6E1A0D2936AF}">
      <dgm:prSet/>
      <dgm:spPr/>
      <dgm:t>
        <a:bodyPr/>
        <a:lstStyle/>
        <a:p>
          <a:endParaRPr lang="en-US" sz="1800"/>
        </a:p>
      </dgm:t>
    </dgm:pt>
    <dgm:pt modelId="{2D818F52-3E37-4A02-BEC9-6A0ECB0ADBE3}" type="sibTrans" cxnId="{B35B574B-DFC0-4369-B821-6E1A0D2936AF}">
      <dgm:prSet/>
      <dgm:spPr/>
      <dgm:t>
        <a:bodyPr/>
        <a:lstStyle/>
        <a:p>
          <a:endParaRPr lang="en-US" sz="1800"/>
        </a:p>
      </dgm:t>
    </dgm:pt>
    <dgm:pt modelId="{F30A2AC1-0C7D-4659-9F48-F2FE79C039A7}" type="pres">
      <dgm:prSet presAssocID="{F9BE0A9D-8D36-44BB-B4FF-D04906AED84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871A117-F9F8-4411-A290-BAA2AB18CAA4}" type="pres">
      <dgm:prSet presAssocID="{1AA65357-3029-420F-BF4B-0DAA32959655}" presName="hierRoot1" presStyleCnt="0"/>
      <dgm:spPr/>
    </dgm:pt>
    <dgm:pt modelId="{1184A156-6239-4059-A36D-CB0DE7DF5838}" type="pres">
      <dgm:prSet presAssocID="{1AA65357-3029-420F-BF4B-0DAA32959655}" presName="composite" presStyleCnt="0"/>
      <dgm:spPr/>
    </dgm:pt>
    <dgm:pt modelId="{D7FA8F0A-BD23-442D-A662-0B967E75F6A6}" type="pres">
      <dgm:prSet presAssocID="{1AA65357-3029-420F-BF4B-0DAA32959655}" presName="background" presStyleLbl="node0" presStyleIdx="0" presStyleCnt="1"/>
      <dgm:spPr/>
    </dgm:pt>
    <dgm:pt modelId="{CE28837A-03AD-404F-BC0D-8DF814F9DB64}" type="pres">
      <dgm:prSet presAssocID="{1AA65357-3029-420F-BF4B-0DAA32959655}" presName="text" presStyleLbl="fgAcc0" presStyleIdx="0" presStyleCnt="1" custScaleX="18716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D0D872-07F7-4B5F-90E1-4D8609597A84}" type="pres">
      <dgm:prSet presAssocID="{1AA65357-3029-420F-BF4B-0DAA32959655}" presName="hierChild2" presStyleCnt="0"/>
      <dgm:spPr/>
    </dgm:pt>
    <dgm:pt modelId="{E16FED50-6C29-4EE6-A14A-BC0C142C2CE2}" type="pres">
      <dgm:prSet presAssocID="{1E613E1F-A4B5-4FE8-9C6A-75AF712ED096}" presName="Name10" presStyleLbl="parChTrans1D2" presStyleIdx="0" presStyleCnt="2"/>
      <dgm:spPr/>
      <dgm:t>
        <a:bodyPr/>
        <a:lstStyle/>
        <a:p>
          <a:endParaRPr lang="en-US"/>
        </a:p>
      </dgm:t>
    </dgm:pt>
    <dgm:pt modelId="{BF2982AD-5367-4732-B5F7-38F0C80BD3F7}" type="pres">
      <dgm:prSet presAssocID="{20D6180D-591E-484B-83F6-25A2E126E84B}" presName="hierRoot2" presStyleCnt="0"/>
      <dgm:spPr/>
    </dgm:pt>
    <dgm:pt modelId="{B1BF2C43-2D5B-41D0-977D-97B2487FB00C}" type="pres">
      <dgm:prSet presAssocID="{20D6180D-591E-484B-83F6-25A2E126E84B}" presName="composite2" presStyleCnt="0"/>
      <dgm:spPr/>
    </dgm:pt>
    <dgm:pt modelId="{5D045AD7-61BB-4E41-B4F2-3413D10727DC}" type="pres">
      <dgm:prSet presAssocID="{20D6180D-591E-484B-83F6-25A2E126E84B}" presName="background2" presStyleLbl="node2" presStyleIdx="0" presStyleCnt="2"/>
      <dgm:spPr/>
    </dgm:pt>
    <dgm:pt modelId="{7597907A-1609-4291-A82F-FB301949DF44}" type="pres">
      <dgm:prSet presAssocID="{20D6180D-591E-484B-83F6-25A2E126E84B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A329BA1-6C36-4CCD-8AC4-362E0D59F836}" type="pres">
      <dgm:prSet presAssocID="{20D6180D-591E-484B-83F6-25A2E126E84B}" presName="hierChild3" presStyleCnt="0"/>
      <dgm:spPr/>
    </dgm:pt>
    <dgm:pt modelId="{6B009428-C01E-4057-97CB-0AF0D3BCFF82}" type="pres">
      <dgm:prSet presAssocID="{0E9F8481-36A5-4797-99D0-909421A2B96A}" presName="Name17" presStyleLbl="parChTrans1D3" presStyleIdx="0" presStyleCnt="2"/>
      <dgm:spPr/>
      <dgm:t>
        <a:bodyPr/>
        <a:lstStyle/>
        <a:p>
          <a:endParaRPr lang="en-US"/>
        </a:p>
      </dgm:t>
    </dgm:pt>
    <dgm:pt modelId="{DCAB3537-BC49-4DDC-94E5-8421BB5BCB10}" type="pres">
      <dgm:prSet presAssocID="{529C7025-79A4-422A-9629-4BE963F3E4EE}" presName="hierRoot3" presStyleCnt="0"/>
      <dgm:spPr/>
    </dgm:pt>
    <dgm:pt modelId="{4514476F-4A18-4701-8594-57BE7221C799}" type="pres">
      <dgm:prSet presAssocID="{529C7025-79A4-422A-9629-4BE963F3E4EE}" presName="composite3" presStyleCnt="0"/>
      <dgm:spPr/>
    </dgm:pt>
    <dgm:pt modelId="{A1DF4DE8-1F21-466D-B079-3C23D831CCFB}" type="pres">
      <dgm:prSet presAssocID="{529C7025-79A4-422A-9629-4BE963F3E4EE}" presName="background3" presStyleLbl="node3" presStyleIdx="0" presStyleCnt="2"/>
      <dgm:spPr/>
    </dgm:pt>
    <dgm:pt modelId="{694E633F-C4BA-4A85-853B-FAE17E66DA89}" type="pres">
      <dgm:prSet presAssocID="{529C7025-79A4-422A-9629-4BE963F3E4EE}" presName="text3" presStyleLbl="fgAcc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045C3C-21BA-4A1B-B631-E967EF666D67}" type="pres">
      <dgm:prSet presAssocID="{529C7025-79A4-422A-9629-4BE963F3E4EE}" presName="hierChild4" presStyleCnt="0"/>
      <dgm:spPr/>
    </dgm:pt>
    <dgm:pt modelId="{85688608-1789-4CB7-9C4A-F6EC622B52F5}" type="pres">
      <dgm:prSet presAssocID="{A9A1D851-1FAC-4B73-8671-378BCD706B97}" presName="Name17" presStyleLbl="parChTrans1D3" presStyleIdx="1" presStyleCnt="2"/>
      <dgm:spPr/>
      <dgm:t>
        <a:bodyPr/>
        <a:lstStyle/>
        <a:p>
          <a:endParaRPr lang="en-US"/>
        </a:p>
      </dgm:t>
    </dgm:pt>
    <dgm:pt modelId="{6427B8DE-F4EC-452D-B504-C35422EFA673}" type="pres">
      <dgm:prSet presAssocID="{E2855BBA-1C0B-499E-A600-7E038B9806BB}" presName="hierRoot3" presStyleCnt="0"/>
      <dgm:spPr/>
    </dgm:pt>
    <dgm:pt modelId="{DFE90999-45B6-414E-A597-D40E67D33FD4}" type="pres">
      <dgm:prSet presAssocID="{E2855BBA-1C0B-499E-A600-7E038B9806BB}" presName="composite3" presStyleCnt="0"/>
      <dgm:spPr/>
    </dgm:pt>
    <dgm:pt modelId="{37AAEBA0-46E0-4F6B-9E14-8B926EA3C494}" type="pres">
      <dgm:prSet presAssocID="{E2855BBA-1C0B-499E-A600-7E038B9806BB}" presName="background3" presStyleLbl="node3" presStyleIdx="1" presStyleCnt="2"/>
      <dgm:spPr/>
    </dgm:pt>
    <dgm:pt modelId="{1CB2ECCB-7C47-43B2-8C51-5A04E5BF1A58}" type="pres">
      <dgm:prSet presAssocID="{E2855BBA-1C0B-499E-A600-7E038B9806BB}" presName="text3" presStyleLbl="fgAcc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1003B9-108C-46D1-9ABF-C708EC2A81F3}" type="pres">
      <dgm:prSet presAssocID="{E2855BBA-1C0B-499E-A600-7E038B9806BB}" presName="hierChild4" presStyleCnt="0"/>
      <dgm:spPr/>
    </dgm:pt>
    <dgm:pt modelId="{5908EA32-B1A6-4594-A9D7-4B94DAF1617E}" type="pres">
      <dgm:prSet presAssocID="{07D940C6-D333-4B34-8EB6-2F4FFB738298}" presName="Name10" presStyleLbl="parChTrans1D2" presStyleIdx="1" presStyleCnt="2"/>
      <dgm:spPr/>
      <dgm:t>
        <a:bodyPr/>
        <a:lstStyle/>
        <a:p>
          <a:endParaRPr lang="en-US"/>
        </a:p>
      </dgm:t>
    </dgm:pt>
    <dgm:pt modelId="{BECDE60C-53A5-45D9-8073-31BCF5F34B61}" type="pres">
      <dgm:prSet presAssocID="{210F768E-0E40-410F-8F81-794D8A25379A}" presName="hierRoot2" presStyleCnt="0"/>
      <dgm:spPr/>
    </dgm:pt>
    <dgm:pt modelId="{5D8C5254-DD85-43EF-AFD7-E21CDFB7CBC6}" type="pres">
      <dgm:prSet presAssocID="{210F768E-0E40-410F-8F81-794D8A25379A}" presName="composite2" presStyleCnt="0"/>
      <dgm:spPr/>
    </dgm:pt>
    <dgm:pt modelId="{AE42D108-1608-42AE-BA48-5E99527C5A39}" type="pres">
      <dgm:prSet presAssocID="{210F768E-0E40-410F-8F81-794D8A25379A}" presName="background2" presStyleLbl="node2" presStyleIdx="1" presStyleCnt="2"/>
      <dgm:spPr/>
    </dgm:pt>
    <dgm:pt modelId="{AF4E5B6D-8253-4A23-A0D7-BE373692DFF7}" type="pres">
      <dgm:prSet presAssocID="{210F768E-0E40-410F-8F81-794D8A25379A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4907474-95FF-45EC-9F88-B019F1D4D7A0}" type="pres">
      <dgm:prSet presAssocID="{210F768E-0E40-410F-8F81-794D8A25379A}" presName="hierChild3" presStyleCnt="0"/>
      <dgm:spPr/>
    </dgm:pt>
  </dgm:ptLst>
  <dgm:cxnLst>
    <dgm:cxn modelId="{FA15EB7A-F271-46A4-A571-62898AEE6118}" type="presOf" srcId="{E2855BBA-1C0B-499E-A600-7E038B9806BB}" destId="{1CB2ECCB-7C47-43B2-8C51-5A04E5BF1A58}" srcOrd="0" destOrd="0" presId="urn:microsoft.com/office/officeart/2005/8/layout/hierarchy1"/>
    <dgm:cxn modelId="{F70FBB40-7884-458B-875F-27E24923D018}" type="presOf" srcId="{529C7025-79A4-422A-9629-4BE963F3E4EE}" destId="{694E633F-C4BA-4A85-853B-FAE17E66DA89}" srcOrd="0" destOrd="0" presId="urn:microsoft.com/office/officeart/2005/8/layout/hierarchy1"/>
    <dgm:cxn modelId="{AB0564A0-F346-4AF0-A6D1-9650D303E46B}" type="presOf" srcId="{20D6180D-591E-484B-83F6-25A2E126E84B}" destId="{7597907A-1609-4291-A82F-FB301949DF44}" srcOrd="0" destOrd="0" presId="urn:microsoft.com/office/officeart/2005/8/layout/hierarchy1"/>
    <dgm:cxn modelId="{775EBD8D-CA63-480D-A954-990862C3E9F4}" srcId="{20D6180D-591E-484B-83F6-25A2E126E84B}" destId="{529C7025-79A4-422A-9629-4BE963F3E4EE}" srcOrd="0" destOrd="0" parTransId="{0E9F8481-36A5-4797-99D0-909421A2B96A}" sibTransId="{D16D8167-E800-4BE3-BD19-42FF0CBC9D14}"/>
    <dgm:cxn modelId="{DCCA7F20-A501-4C36-8AED-1AA5B56158DB}" type="presOf" srcId="{0E9F8481-36A5-4797-99D0-909421A2B96A}" destId="{6B009428-C01E-4057-97CB-0AF0D3BCFF82}" srcOrd="0" destOrd="0" presId="urn:microsoft.com/office/officeart/2005/8/layout/hierarchy1"/>
    <dgm:cxn modelId="{A4DDCFEE-04E5-4F97-815A-C16B83531CE7}" srcId="{20D6180D-591E-484B-83F6-25A2E126E84B}" destId="{E2855BBA-1C0B-499E-A600-7E038B9806BB}" srcOrd="1" destOrd="0" parTransId="{A9A1D851-1FAC-4B73-8671-378BCD706B97}" sibTransId="{51418E4E-D9D0-404F-A969-57835012285F}"/>
    <dgm:cxn modelId="{F518728E-6534-4834-8C26-EB29DF88556F}" srcId="{1AA65357-3029-420F-BF4B-0DAA32959655}" destId="{20D6180D-591E-484B-83F6-25A2E126E84B}" srcOrd="0" destOrd="0" parTransId="{1E613E1F-A4B5-4FE8-9C6A-75AF712ED096}" sibTransId="{EA7C63E9-1BB0-4107-8464-C168A9793438}"/>
    <dgm:cxn modelId="{82A41CA1-2F38-4ADA-8E05-BEF53C49FED4}" type="presOf" srcId="{F9BE0A9D-8D36-44BB-B4FF-D04906AED84B}" destId="{F30A2AC1-0C7D-4659-9F48-F2FE79C039A7}" srcOrd="0" destOrd="0" presId="urn:microsoft.com/office/officeart/2005/8/layout/hierarchy1"/>
    <dgm:cxn modelId="{AA222E2B-E73C-4DDA-8AD6-8F0B25A72F6A}" type="presOf" srcId="{210F768E-0E40-410F-8F81-794D8A25379A}" destId="{AF4E5B6D-8253-4A23-A0D7-BE373692DFF7}" srcOrd="0" destOrd="0" presId="urn:microsoft.com/office/officeart/2005/8/layout/hierarchy1"/>
    <dgm:cxn modelId="{77EA9501-39E1-4CE5-9AFE-30F3DDD7AE23}" type="presOf" srcId="{07D940C6-D333-4B34-8EB6-2F4FFB738298}" destId="{5908EA32-B1A6-4594-A9D7-4B94DAF1617E}" srcOrd="0" destOrd="0" presId="urn:microsoft.com/office/officeart/2005/8/layout/hierarchy1"/>
    <dgm:cxn modelId="{7F1C0ED9-64A9-4DC4-81A9-A41D806164E0}" type="presOf" srcId="{A9A1D851-1FAC-4B73-8671-378BCD706B97}" destId="{85688608-1789-4CB7-9C4A-F6EC622B52F5}" srcOrd="0" destOrd="0" presId="urn:microsoft.com/office/officeart/2005/8/layout/hierarchy1"/>
    <dgm:cxn modelId="{B4E1624D-4AE5-47E2-9180-18B0F6339873}" srcId="{F9BE0A9D-8D36-44BB-B4FF-D04906AED84B}" destId="{1AA65357-3029-420F-BF4B-0DAA32959655}" srcOrd="0" destOrd="0" parTransId="{FF29F617-3779-4A01-94CD-4E68A4A83A83}" sibTransId="{061C7C6D-A66E-4E49-AF71-C5AF395B3447}"/>
    <dgm:cxn modelId="{0153527B-004F-4FE5-8531-FF5178C7B4FB}" type="presOf" srcId="{1AA65357-3029-420F-BF4B-0DAA32959655}" destId="{CE28837A-03AD-404F-BC0D-8DF814F9DB64}" srcOrd="0" destOrd="0" presId="urn:microsoft.com/office/officeart/2005/8/layout/hierarchy1"/>
    <dgm:cxn modelId="{A1A3298E-9387-452F-8808-0B5F181FAF74}" type="presOf" srcId="{1E613E1F-A4B5-4FE8-9C6A-75AF712ED096}" destId="{E16FED50-6C29-4EE6-A14A-BC0C142C2CE2}" srcOrd="0" destOrd="0" presId="urn:microsoft.com/office/officeart/2005/8/layout/hierarchy1"/>
    <dgm:cxn modelId="{B35B574B-DFC0-4369-B821-6E1A0D2936AF}" srcId="{1AA65357-3029-420F-BF4B-0DAA32959655}" destId="{210F768E-0E40-410F-8F81-794D8A25379A}" srcOrd="1" destOrd="0" parTransId="{07D940C6-D333-4B34-8EB6-2F4FFB738298}" sibTransId="{2D818F52-3E37-4A02-BEC9-6A0ECB0ADBE3}"/>
    <dgm:cxn modelId="{FEB27307-10BF-4F35-B433-511172C3377F}" type="presParOf" srcId="{F30A2AC1-0C7D-4659-9F48-F2FE79C039A7}" destId="{8871A117-F9F8-4411-A290-BAA2AB18CAA4}" srcOrd="0" destOrd="0" presId="urn:microsoft.com/office/officeart/2005/8/layout/hierarchy1"/>
    <dgm:cxn modelId="{917DFB61-AA60-4598-BD03-941AC20BD25A}" type="presParOf" srcId="{8871A117-F9F8-4411-A290-BAA2AB18CAA4}" destId="{1184A156-6239-4059-A36D-CB0DE7DF5838}" srcOrd="0" destOrd="0" presId="urn:microsoft.com/office/officeart/2005/8/layout/hierarchy1"/>
    <dgm:cxn modelId="{A3B558C2-CA15-4461-BE9A-BE11F3DB7155}" type="presParOf" srcId="{1184A156-6239-4059-A36D-CB0DE7DF5838}" destId="{D7FA8F0A-BD23-442D-A662-0B967E75F6A6}" srcOrd="0" destOrd="0" presId="urn:microsoft.com/office/officeart/2005/8/layout/hierarchy1"/>
    <dgm:cxn modelId="{9E78EEB9-B5E5-41D5-9366-997B3CECD0AB}" type="presParOf" srcId="{1184A156-6239-4059-A36D-CB0DE7DF5838}" destId="{CE28837A-03AD-404F-BC0D-8DF814F9DB64}" srcOrd="1" destOrd="0" presId="urn:microsoft.com/office/officeart/2005/8/layout/hierarchy1"/>
    <dgm:cxn modelId="{CEF853D1-591A-44A1-A860-ECF2F5D963B0}" type="presParOf" srcId="{8871A117-F9F8-4411-A290-BAA2AB18CAA4}" destId="{62D0D872-07F7-4B5F-90E1-4D8609597A84}" srcOrd="1" destOrd="0" presId="urn:microsoft.com/office/officeart/2005/8/layout/hierarchy1"/>
    <dgm:cxn modelId="{DBE3A031-9640-4826-B928-9829A6022B20}" type="presParOf" srcId="{62D0D872-07F7-4B5F-90E1-4D8609597A84}" destId="{E16FED50-6C29-4EE6-A14A-BC0C142C2CE2}" srcOrd="0" destOrd="0" presId="urn:microsoft.com/office/officeart/2005/8/layout/hierarchy1"/>
    <dgm:cxn modelId="{FD931955-A997-46D7-A52B-88F37CFBC0A1}" type="presParOf" srcId="{62D0D872-07F7-4B5F-90E1-4D8609597A84}" destId="{BF2982AD-5367-4732-B5F7-38F0C80BD3F7}" srcOrd="1" destOrd="0" presId="urn:microsoft.com/office/officeart/2005/8/layout/hierarchy1"/>
    <dgm:cxn modelId="{9C2CFB11-5DD2-4775-8D47-C349F754A766}" type="presParOf" srcId="{BF2982AD-5367-4732-B5F7-38F0C80BD3F7}" destId="{B1BF2C43-2D5B-41D0-977D-97B2487FB00C}" srcOrd="0" destOrd="0" presId="urn:microsoft.com/office/officeart/2005/8/layout/hierarchy1"/>
    <dgm:cxn modelId="{9C687570-5BEC-4A56-B169-D15D8EB0374F}" type="presParOf" srcId="{B1BF2C43-2D5B-41D0-977D-97B2487FB00C}" destId="{5D045AD7-61BB-4E41-B4F2-3413D10727DC}" srcOrd="0" destOrd="0" presId="urn:microsoft.com/office/officeart/2005/8/layout/hierarchy1"/>
    <dgm:cxn modelId="{C2BA2C64-5239-4165-9104-D28B6E12501F}" type="presParOf" srcId="{B1BF2C43-2D5B-41D0-977D-97B2487FB00C}" destId="{7597907A-1609-4291-A82F-FB301949DF44}" srcOrd="1" destOrd="0" presId="urn:microsoft.com/office/officeart/2005/8/layout/hierarchy1"/>
    <dgm:cxn modelId="{4DB3A0C7-2D94-4712-91E4-6E09D2A3ED47}" type="presParOf" srcId="{BF2982AD-5367-4732-B5F7-38F0C80BD3F7}" destId="{CA329BA1-6C36-4CCD-8AC4-362E0D59F836}" srcOrd="1" destOrd="0" presId="urn:microsoft.com/office/officeart/2005/8/layout/hierarchy1"/>
    <dgm:cxn modelId="{53FD9FF1-9098-418E-9AB8-2E8B91C3D143}" type="presParOf" srcId="{CA329BA1-6C36-4CCD-8AC4-362E0D59F836}" destId="{6B009428-C01E-4057-97CB-0AF0D3BCFF82}" srcOrd="0" destOrd="0" presId="urn:microsoft.com/office/officeart/2005/8/layout/hierarchy1"/>
    <dgm:cxn modelId="{3766D117-89A9-446B-9A5F-19AD5FBBD820}" type="presParOf" srcId="{CA329BA1-6C36-4CCD-8AC4-362E0D59F836}" destId="{DCAB3537-BC49-4DDC-94E5-8421BB5BCB10}" srcOrd="1" destOrd="0" presId="urn:microsoft.com/office/officeart/2005/8/layout/hierarchy1"/>
    <dgm:cxn modelId="{E884B0F8-054E-47F6-9B0F-4DFB5A49CF0F}" type="presParOf" srcId="{DCAB3537-BC49-4DDC-94E5-8421BB5BCB10}" destId="{4514476F-4A18-4701-8594-57BE7221C799}" srcOrd="0" destOrd="0" presId="urn:microsoft.com/office/officeart/2005/8/layout/hierarchy1"/>
    <dgm:cxn modelId="{0C042DCE-C720-4A79-8045-3D8D4C536876}" type="presParOf" srcId="{4514476F-4A18-4701-8594-57BE7221C799}" destId="{A1DF4DE8-1F21-466D-B079-3C23D831CCFB}" srcOrd="0" destOrd="0" presId="urn:microsoft.com/office/officeart/2005/8/layout/hierarchy1"/>
    <dgm:cxn modelId="{5F551CEC-9AB7-4A6E-AF36-12501BC72EF4}" type="presParOf" srcId="{4514476F-4A18-4701-8594-57BE7221C799}" destId="{694E633F-C4BA-4A85-853B-FAE17E66DA89}" srcOrd="1" destOrd="0" presId="urn:microsoft.com/office/officeart/2005/8/layout/hierarchy1"/>
    <dgm:cxn modelId="{D5BDB0D9-CAE6-4AE7-888F-DE61477E6E19}" type="presParOf" srcId="{DCAB3537-BC49-4DDC-94E5-8421BB5BCB10}" destId="{4C045C3C-21BA-4A1B-B631-E967EF666D67}" srcOrd="1" destOrd="0" presId="urn:microsoft.com/office/officeart/2005/8/layout/hierarchy1"/>
    <dgm:cxn modelId="{91A620A1-B471-4D04-B48C-4558C686964A}" type="presParOf" srcId="{CA329BA1-6C36-4CCD-8AC4-362E0D59F836}" destId="{85688608-1789-4CB7-9C4A-F6EC622B52F5}" srcOrd="2" destOrd="0" presId="urn:microsoft.com/office/officeart/2005/8/layout/hierarchy1"/>
    <dgm:cxn modelId="{511397D5-5A14-4EC4-BA4C-333A1B50C4EE}" type="presParOf" srcId="{CA329BA1-6C36-4CCD-8AC4-362E0D59F836}" destId="{6427B8DE-F4EC-452D-B504-C35422EFA673}" srcOrd="3" destOrd="0" presId="urn:microsoft.com/office/officeart/2005/8/layout/hierarchy1"/>
    <dgm:cxn modelId="{9A4B4E91-0DBC-4F2C-ACF1-9C22C4B5AF64}" type="presParOf" srcId="{6427B8DE-F4EC-452D-B504-C35422EFA673}" destId="{DFE90999-45B6-414E-A597-D40E67D33FD4}" srcOrd="0" destOrd="0" presId="urn:microsoft.com/office/officeart/2005/8/layout/hierarchy1"/>
    <dgm:cxn modelId="{42DBE189-A08B-47F4-A19F-AB9B7BAB9257}" type="presParOf" srcId="{DFE90999-45B6-414E-A597-D40E67D33FD4}" destId="{37AAEBA0-46E0-4F6B-9E14-8B926EA3C494}" srcOrd="0" destOrd="0" presId="urn:microsoft.com/office/officeart/2005/8/layout/hierarchy1"/>
    <dgm:cxn modelId="{C5B38600-6182-4AE0-BF6B-C9EE460504BE}" type="presParOf" srcId="{DFE90999-45B6-414E-A597-D40E67D33FD4}" destId="{1CB2ECCB-7C47-43B2-8C51-5A04E5BF1A58}" srcOrd="1" destOrd="0" presId="urn:microsoft.com/office/officeart/2005/8/layout/hierarchy1"/>
    <dgm:cxn modelId="{580D94DE-61DE-4BB7-AFC9-20CC4AF8D58E}" type="presParOf" srcId="{6427B8DE-F4EC-452D-B504-C35422EFA673}" destId="{011003B9-108C-46D1-9ABF-C708EC2A81F3}" srcOrd="1" destOrd="0" presId="urn:microsoft.com/office/officeart/2005/8/layout/hierarchy1"/>
    <dgm:cxn modelId="{78BCA51F-E24C-4D40-92B6-D0AEF8154E02}" type="presParOf" srcId="{62D0D872-07F7-4B5F-90E1-4D8609597A84}" destId="{5908EA32-B1A6-4594-A9D7-4B94DAF1617E}" srcOrd="2" destOrd="0" presId="urn:microsoft.com/office/officeart/2005/8/layout/hierarchy1"/>
    <dgm:cxn modelId="{C79022D6-41C6-42D8-92F1-3EE95F829D18}" type="presParOf" srcId="{62D0D872-07F7-4B5F-90E1-4D8609597A84}" destId="{BECDE60C-53A5-45D9-8073-31BCF5F34B61}" srcOrd="3" destOrd="0" presId="urn:microsoft.com/office/officeart/2005/8/layout/hierarchy1"/>
    <dgm:cxn modelId="{237CC97E-4EF5-4F30-A205-FDF41D4AB967}" type="presParOf" srcId="{BECDE60C-53A5-45D9-8073-31BCF5F34B61}" destId="{5D8C5254-DD85-43EF-AFD7-E21CDFB7CBC6}" srcOrd="0" destOrd="0" presId="urn:microsoft.com/office/officeart/2005/8/layout/hierarchy1"/>
    <dgm:cxn modelId="{C8F34A8A-55BE-4B07-9211-9A79E513849A}" type="presParOf" srcId="{5D8C5254-DD85-43EF-AFD7-E21CDFB7CBC6}" destId="{AE42D108-1608-42AE-BA48-5E99527C5A39}" srcOrd="0" destOrd="0" presId="urn:microsoft.com/office/officeart/2005/8/layout/hierarchy1"/>
    <dgm:cxn modelId="{D406579A-E45D-493D-9AAA-73F322A0D1F7}" type="presParOf" srcId="{5D8C5254-DD85-43EF-AFD7-E21CDFB7CBC6}" destId="{AF4E5B6D-8253-4A23-A0D7-BE373692DFF7}" srcOrd="1" destOrd="0" presId="urn:microsoft.com/office/officeart/2005/8/layout/hierarchy1"/>
    <dgm:cxn modelId="{4D79A22F-ED5C-490A-B9AD-70840D6846B1}" type="presParOf" srcId="{BECDE60C-53A5-45D9-8073-31BCF5F34B61}" destId="{B4907474-95FF-45EC-9F88-B019F1D4D7A0}" srcOrd="1" destOrd="0" presId="urn:microsoft.com/office/officeart/2005/8/layout/hierarchy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654F5-93A3-4049-AE05-C1CEBBE5030E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0D24B-A2B2-4980-A32C-F966A250AD4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D51DBD-2C04-4F8B-B761-EFC531F07635}" type="slidenum">
              <a:rPr lang="en-US"/>
              <a:pPr/>
              <a:t>10</a:t>
            </a:fld>
            <a:endParaRPr lang="en-US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>
                <a:cs typeface="Times New Roman" pitchFamily="18" charset="0"/>
              </a:rPr>
              <a:t>Teaching tip</a:t>
            </a:r>
          </a:p>
          <a:p>
            <a:r>
              <a:rPr lang="en-US">
                <a:ea typeface="Times" pitchFamily="34" charset="0"/>
                <a:cs typeface="Times" pitchFamily="34" charset="0"/>
              </a:rPr>
              <a:t>More information on ISDN can be found on webopedia.com/TERM/I/ISDN.html.</a:t>
            </a: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7AF2FD-5890-4894-BA18-12D73D04B86A}" type="slidenum">
              <a:rPr lang="en-US"/>
              <a:pPr/>
              <a:t>11</a:t>
            </a:fld>
            <a:endParaRPr lang="en-US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cs typeface="Times New Roman" pitchFamily="18" charset="0"/>
              </a:rPr>
              <a:t>Teaching tip</a:t>
            </a:r>
          </a:p>
          <a:p>
            <a:r>
              <a:rPr lang="en-US" dirty="0">
                <a:ea typeface="Times" pitchFamily="34" charset="0"/>
                <a:cs typeface="Times" pitchFamily="34" charset="0"/>
              </a:rPr>
              <a:t>For more information on </a:t>
            </a:r>
            <a:r>
              <a:rPr lang="en-US" dirty="0" err="1">
                <a:ea typeface="Times" pitchFamily="34" charset="0"/>
                <a:cs typeface="Times" pitchFamily="34" charset="0"/>
              </a:rPr>
              <a:t>dsl</a:t>
            </a:r>
            <a:r>
              <a:rPr lang="en-US" dirty="0">
                <a:ea typeface="Times" pitchFamily="34" charset="0"/>
                <a:cs typeface="Times" pitchFamily="34" charset="0"/>
              </a:rPr>
              <a:t> see www.dslreports.com.</a:t>
            </a:r>
            <a:r>
              <a:rPr lang="en-US" dirty="0"/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F3260-B1F0-497E-A277-A98C65396C62}" type="slidenum">
              <a:rPr lang="en-US"/>
              <a:pPr/>
              <a:t>17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cs typeface="Times New Roman" pitchFamily="18" charset="0"/>
              </a:rPr>
              <a:t>Insider information</a:t>
            </a:r>
          </a:p>
          <a:p>
            <a:r>
              <a:rPr lang="en-US" dirty="0">
                <a:ea typeface="Times" pitchFamily="34" charset="0"/>
                <a:cs typeface="Times" pitchFamily="34" charset="0"/>
              </a:rPr>
              <a:t>A socket (UNIX or Windows) is a combination of an IP address and a port. For example, connecting to the HTTPS port on machine 192.168.110.15. The socket is 192.168.110.15:443.</a:t>
            </a:r>
            <a:r>
              <a:rPr lang="en-US" dirty="0"/>
              <a:t>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CACBEC-0A63-4EC7-B234-29784073A6B1}" type="slidenum">
              <a:rPr lang="en-US"/>
              <a:pPr/>
              <a:t>18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349EC9-6E66-4E8A-8F16-9D1F03A0CA89}" type="slidenum">
              <a:rPr lang="en-US"/>
              <a:pPr/>
              <a:t>21</a:t>
            </a:fld>
            <a:endParaRPr lang="en-US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>
                <a:cs typeface="Times New Roman" pitchFamily="18" charset="0"/>
              </a:rPr>
              <a:t>Teaching tip</a:t>
            </a:r>
          </a:p>
          <a:p>
            <a:r>
              <a:rPr lang="en-US">
                <a:ea typeface="Times" pitchFamily="34" charset="0"/>
                <a:cs typeface="Times" pitchFamily="34" charset="0"/>
              </a:rPr>
              <a:t>Grok Technologies of Pittsburgh PA provides a good example of WWAN plans. Visit www.groktechnologies.com for more information.</a:t>
            </a: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A133B6-6510-4CDE-A79F-DC61F61067B0}" type="slidenum">
              <a:rPr lang="en-US"/>
              <a:pPr/>
              <a:t>25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cs typeface="Times New Roman" pitchFamily="18" charset="0"/>
              </a:rPr>
              <a:t>Teaching tip</a:t>
            </a:r>
          </a:p>
          <a:p>
            <a:r>
              <a:rPr lang="en-US" dirty="0">
                <a:ea typeface="Times" pitchFamily="34" charset="0"/>
                <a:cs typeface="Times" pitchFamily="34" charset="0"/>
              </a:rPr>
              <a:t>Satellite services are not inexpensive. Www.groundcontrol.com is one site offering satellite Internet services.</a:t>
            </a:r>
            <a:r>
              <a:rPr lang="en-US" dirty="0"/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3/12/2014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diagramLayout" Target="../diagrams/layout2.xml"/><Relationship Id="rId7" Type="http://schemas.openxmlformats.org/officeDocument/2006/relationships/diagramLayout" Target="../diagrams/layout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3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Colors" Target="../diagrams/colors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en.wikipedia.org/wiki/File:ADSL_router_with_Wi-Fi_(802.11_b-g).jp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</a:t>
            </a:r>
            <a:r>
              <a:rPr lang="en-US" dirty="0" smtClean="0"/>
              <a:t>3: Connecting to the Internet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4267200" cy="198119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HNDIT11062 –  Web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6963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2211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Internet </a:t>
            </a:r>
            <a:r>
              <a:rPr lang="en-US" sz="3600" dirty="0" smtClean="0"/>
              <a:t>service </a:t>
            </a:r>
            <a:r>
              <a:rPr lang="en-US" sz="3600" dirty="0" smtClean="0"/>
              <a:t>providers</a:t>
            </a:r>
          </a:p>
          <a:p>
            <a:r>
              <a:rPr lang="en-US" sz="3600" dirty="0" smtClean="0"/>
              <a:t>Internet Connection </a:t>
            </a:r>
            <a:r>
              <a:rPr lang="en-US" sz="3600" dirty="0" smtClean="0"/>
              <a:t>Types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32225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274320" lvl="0" indent="-274320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/>
            </a:pPr>
            <a:r>
              <a:rPr lang="en-US" sz="2800" dirty="0" smtClean="0">
                <a:ea typeface="ＭＳ Ｐゴシック" pitchFamily="-108" charset="-128"/>
              </a:rPr>
              <a:t>Users are connected to ISPs</a:t>
            </a:r>
          </a:p>
          <a:p>
            <a:pPr marL="274320" lvl="0" indent="-274320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/>
            </a:pPr>
            <a:r>
              <a:rPr lang="en-US" sz="2800" dirty="0" smtClean="0">
                <a:ea typeface="ＭＳ Ｐゴシック" pitchFamily="-108" charset="-128"/>
              </a:rPr>
              <a:t>ISPs are connected to other ISPs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r>
              <a:rPr lang="en-US" dirty="0" smtClean="0"/>
              <a:t>Internet</a:t>
            </a:r>
            <a:endParaRPr lang="en-US" dirty="0"/>
          </a:p>
        </p:txBody>
      </p:sp>
      <p:pic>
        <p:nvPicPr>
          <p:cNvPr id="5" name="Picture 10" descr="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590800"/>
            <a:ext cx="7086600" cy="364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457200"/>
            <a:ext cx="55175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Internet service providers</a:t>
            </a:r>
            <a:endParaRPr lang="en-US" sz="4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7013" y="1449388"/>
            <a:ext cx="7926387" cy="5127625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Char char="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ＭＳ Ｐゴシック" pitchFamily="-108" charset="-128"/>
                <a:cs typeface="+mn-cs"/>
              </a:rPr>
              <a:t>Internet Service Providers</a:t>
            </a:r>
          </a:p>
          <a:p>
            <a:pPr marL="521208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ＭＳ Ｐゴシック" pitchFamily="-108" charset="-128"/>
                <a:cs typeface="+mn-cs"/>
              </a:rPr>
              <a:t>Give users access to internet resources</a:t>
            </a:r>
          </a:p>
          <a:p>
            <a:pPr marL="521208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ＭＳ Ｐゴシック" pitchFamily="-108" charset="-128"/>
                <a:cs typeface="+mn-cs"/>
              </a:rPr>
              <a:t>Allow organizations and individuals to publish information on the internet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Char char="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ＭＳ Ｐゴシック" pitchFamily="-108" charset="-128"/>
              <a:cs typeface="+mn-cs"/>
            </a:endParaRPr>
          </a:p>
        </p:txBody>
      </p:sp>
      <p:pic>
        <p:nvPicPr>
          <p:cNvPr id="4" name="Picture 4" descr="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24200"/>
            <a:ext cx="8153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371600" y="609600"/>
          <a:ext cx="69342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457200"/>
          <a:ext cx="41910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3352800" y="1600200"/>
          <a:ext cx="55626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5670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Internet Connection Types</a:t>
            </a:r>
            <a:endParaRPr lang="en-US" sz="4000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4478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		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066800"/>
            <a:ext cx="75438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 Individual persons  - </a:t>
            </a:r>
            <a:r>
              <a:rPr lang="en-US" sz="2400" dirty="0" smtClean="0">
                <a:latin typeface="+mj-lt"/>
              </a:rPr>
              <a:t>	      Dialup </a:t>
            </a:r>
            <a:r>
              <a:rPr lang="en-US" sz="2400" dirty="0" smtClean="0">
                <a:latin typeface="+mj-lt"/>
              </a:rPr>
              <a:t>Connections</a:t>
            </a:r>
          </a:p>
          <a:p>
            <a:pPr lvl="4"/>
            <a:r>
              <a:rPr lang="en-US" sz="2400" dirty="0" smtClean="0">
                <a:latin typeface="+mj-lt"/>
              </a:rPr>
              <a:t>        	       ADSL</a:t>
            </a:r>
          </a:p>
          <a:p>
            <a:pPr lvl="4"/>
            <a:r>
              <a:rPr lang="en-US" sz="2400" dirty="0" smtClean="0">
                <a:latin typeface="+mj-lt"/>
              </a:rPr>
              <a:t>            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Small organization   – </a:t>
            </a:r>
            <a:r>
              <a:rPr lang="en-US" sz="2400" dirty="0" smtClean="0">
                <a:latin typeface="+mj-lt"/>
              </a:rPr>
              <a:t>      ADSL</a:t>
            </a:r>
            <a:endParaRPr lang="en-US" sz="2400" dirty="0" smtClean="0">
              <a:latin typeface="+mj-lt"/>
            </a:endParaRPr>
          </a:p>
          <a:p>
            <a:pPr lvl="6"/>
            <a:r>
              <a:rPr lang="en-US" sz="2400" dirty="0" smtClean="0">
                <a:latin typeface="+mj-lt"/>
              </a:rPr>
              <a:t>       ISDN</a:t>
            </a:r>
          </a:p>
          <a:p>
            <a:pPr lvl="6"/>
            <a:r>
              <a:rPr lang="en-US" sz="2400" dirty="0" smtClean="0">
                <a:latin typeface="+mj-lt"/>
              </a:rPr>
              <a:t>       WIRELESS</a:t>
            </a:r>
          </a:p>
          <a:p>
            <a:endParaRPr lang="en-US" sz="2400" dirty="0" smtClean="0"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Large organization   – </a:t>
            </a:r>
            <a:r>
              <a:rPr lang="en-US" sz="2400" dirty="0" smtClean="0">
                <a:latin typeface="+mj-lt"/>
              </a:rPr>
              <a:t>     Leased </a:t>
            </a:r>
            <a:r>
              <a:rPr lang="en-US" sz="2400" dirty="0" smtClean="0">
                <a:latin typeface="+mj-lt"/>
              </a:rPr>
              <a:t>line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505200"/>
            <a:ext cx="4495800" cy="3352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Dial-up connections</a:t>
            </a:r>
          </a:p>
          <a:p>
            <a:pPr lvl="1"/>
            <a:r>
              <a:rPr lang="en-US" dirty="0"/>
              <a:t>Standard phone lines and a </a:t>
            </a:r>
            <a:r>
              <a:rPr lang="en-US" dirty="0" smtClean="0"/>
              <a:t>modem</a:t>
            </a:r>
          </a:p>
          <a:p>
            <a:pPr lvl="1"/>
            <a:r>
              <a:rPr lang="en-US" sz="2400" dirty="0" smtClean="0"/>
              <a:t>uses the facilities of the PSTN (Public Switched Telephone Network) to establish a dialed connection to an Internet service provider (ISP) via telephone lines.</a:t>
            </a:r>
            <a:endParaRPr lang="en-US" dirty="0"/>
          </a:p>
          <a:p>
            <a:pPr lvl="1"/>
            <a:r>
              <a:rPr lang="en-US" dirty="0"/>
              <a:t>Computer dials a number for your ISP</a:t>
            </a:r>
          </a:p>
          <a:p>
            <a:pPr lvl="1"/>
            <a:r>
              <a:rPr lang="en-US" dirty="0"/>
              <a:t>All Internet programs use the connection</a:t>
            </a:r>
          </a:p>
          <a:p>
            <a:pPr lvl="1"/>
            <a:r>
              <a:rPr lang="en-US" dirty="0"/>
              <a:t>Applications might need </a:t>
            </a:r>
            <a:r>
              <a:rPr lang="en-US" dirty="0" smtClean="0"/>
              <a:t>configured</a:t>
            </a:r>
          </a:p>
          <a:p>
            <a:pPr lvl="1"/>
            <a:r>
              <a:rPr lang="en-US" sz="2400" dirty="0" smtClean="0"/>
              <a:t>A transient connection, </a:t>
            </a:r>
          </a:p>
          <a:p>
            <a:pPr lvl="1">
              <a:buNone/>
            </a:pPr>
            <a:r>
              <a:rPr lang="en-US" sz="2400" dirty="0" smtClean="0"/>
              <a:t>   because either the user, ISP </a:t>
            </a:r>
          </a:p>
          <a:p>
            <a:pPr lvl="1">
              <a:buNone/>
            </a:pPr>
            <a:r>
              <a:rPr lang="en-US" sz="2400" dirty="0" smtClean="0"/>
              <a:t>   or phone company </a:t>
            </a:r>
          </a:p>
          <a:p>
            <a:pPr lvl="1">
              <a:buNone/>
            </a:pPr>
            <a:r>
              <a:rPr lang="en-US" sz="2400" dirty="0" smtClean="0"/>
              <a:t>   terminates the connection.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It may suit the purposes of  the </a:t>
            </a:r>
          </a:p>
          <a:p>
            <a:pPr lvl="1">
              <a:buNone/>
            </a:pPr>
            <a:r>
              <a:rPr lang="en-US" sz="2400" dirty="0" smtClean="0"/>
              <a:t>   occasional Internet user without </a:t>
            </a:r>
          </a:p>
          <a:p>
            <a:pPr lvl="1">
              <a:buNone/>
            </a:pPr>
            <a:r>
              <a:rPr lang="en-US" sz="2400" dirty="0" smtClean="0"/>
              <a:t>   a need for a fast or consistent </a:t>
            </a:r>
          </a:p>
          <a:p>
            <a:pPr lvl="1">
              <a:buNone/>
            </a:pPr>
            <a:r>
              <a:rPr lang="en-US" sz="2400" dirty="0" smtClean="0"/>
              <a:t>   connection.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Slow Speed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Cheap</a:t>
            </a:r>
          </a:p>
          <a:p>
            <a:pPr lvl="1">
              <a:buFont typeface="Arial" pitchFamily="34" charset="0"/>
              <a:buChar char="•"/>
            </a:pPr>
            <a:endParaRPr lang="en-US" sz="2400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Wired Internet Connections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High-speed broadband connections</a:t>
            </a:r>
          </a:p>
          <a:p>
            <a:pPr lvl="1"/>
            <a:r>
              <a:rPr lang="en-US" dirty="0" smtClean="0"/>
              <a:t>Very fast (faster </a:t>
            </a:r>
            <a:r>
              <a:rPr lang="en-US" dirty="0"/>
              <a:t>than </a:t>
            </a:r>
            <a:r>
              <a:rPr lang="en-US" dirty="0" smtClean="0"/>
              <a:t>dialup)</a:t>
            </a:r>
          </a:p>
          <a:p>
            <a:pPr lvl="1"/>
            <a:r>
              <a:rPr lang="en-US" sz="2400" dirty="0" smtClean="0"/>
              <a:t>Offers speeds 700 Kbps or higher</a:t>
            </a:r>
          </a:p>
          <a:p>
            <a:pPr lvl="1"/>
            <a:r>
              <a:rPr lang="en-US" sz="2400" dirty="0" smtClean="0"/>
              <a:t>Allow the user to stay connected to the Internet at all times; the user need only open a browser window to access the Internet, as there is no log-on process to complete.</a:t>
            </a:r>
            <a:endParaRPr lang="en-US" dirty="0"/>
          </a:p>
          <a:p>
            <a:pPr lvl="1"/>
            <a:r>
              <a:rPr lang="en-US" dirty="0"/>
              <a:t>Networks share the broadband connection</a:t>
            </a:r>
          </a:p>
          <a:p>
            <a:pPr lvl="2"/>
            <a:r>
              <a:rPr lang="en-US" dirty="0"/>
              <a:t>All users access the same connection</a:t>
            </a:r>
          </a:p>
          <a:p>
            <a:pPr lvl="2"/>
            <a:r>
              <a:rPr lang="en-US" dirty="0"/>
              <a:t>T or DSL lines </a:t>
            </a:r>
            <a:r>
              <a:rPr lang="en-US" dirty="0" smtClean="0"/>
              <a:t>common</a:t>
            </a:r>
          </a:p>
          <a:p>
            <a:pPr lvl="2">
              <a:buNone/>
            </a:pPr>
            <a:endParaRPr lang="en-US" dirty="0"/>
          </a:p>
          <a:p>
            <a:pPr lvl="1"/>
            <a:r>
              <a:rPr lang="en-US" dirty="0"/>
              <a:t>Home use increasing due to</a:t>
            </a:r>
          </a:p>
          <a:p>
            <a:pPr lvl="2"/>
            <a:r>
              <a:rPr lang="en-US" dirty="0"/>
              <a:t>Lower cost</a:t>
            </a:r>
          </a:p>
          <a:p>
            <a:pPr lvl="2"/>
            <a:r>
              <a:rPr lang="en-US" dirty="0"/>
              <a:t>Increased </a:t>
            </a:r>
            <a:r>
              <a:rPr lang="en-US" dirty="0" smtClean="0"/>
              <a:t>availability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Wired Internet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Connections…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ISDN  (</a:t>
            </a:r>
            <a:r>
              <a:rPr lang="en-US" sz="2800" dirty="0" smtClean="0"/>
              <a:t>Integrated Services Digital Network)</a:t>
            </a:r>
          </a:p>
          <a:p>
            <a:pPr>
              <a:buNone/>
            </a:pPr>
            <a:r>
              <a:rPr lang="en-US" sz="2800" dirty="0" smtClean="0"/>
              <a:t> </a:t>
            </a:r>
            <a:endParaRPr lang="en-US" sz="1200" dirty="0"/>
          </a:p>
          <a:p>
            <a:pPr lvl="1"/>
            <a:r>
              <a:rPr lang="en-US" dirty="0"/>
              <a:t>Offers speeds up to 1.5 Mbps</a:t>
            </a:r>
          </a:p>
          <a:p>
            <a:pPr lvl="1"/>
            <a:r>
              <a:rPr lang="en-US" dirty="0"/>
              <a:t>Uses standard phone </a:t>
            </a:r>
            <a:r>
              <a:rPr lang="en-US" dirty="0" smtClean="0"/>
              <a:t>lines </a:t>
            </a:r>
            <a:endParaRPr lang="en-US" dirty="0"/>
          </a:p>
          <a:p>
            <a:pPr lvl="1"/>
            <a:r>
              <a:rPr lang="en-US" dirty="0"/>
              <a:t>Requires special equipment</a:t>
            </a:r>
          </a:p>
          <a:p>
            <a:pPr lvl="1"/>
            <a:r>
              <a:rPr lang="en-US" dirty="0"/>
              <a:t>Simultaneous use of phone and </a:t>
            </a:r>
            <a:r>
              <a:rPr lang="en-US" dirty="0" smtClean="0"/>
              <a:t>data</a:t>
            </a:r>
          </a:p>
          <a:p>
            <a:pPr lvl="1"/>
            <a:r>
              <a:rPr lang="en-US" sz="2400" dirty="0" smtClean="0"/>
              <a:t>An international communications standard for sending voice, video, and data over digital telephone lines or normal telephone wires (copper wires). </a:t>
            </a:r>
          </a:p>
          <a:p>
            <a:pPr lvl="1"/>
            <a:r>
              <a:rPr lang="en-US" sz="2400" dirty="0" smtClean="0"/>
              <a:t>Offers circuit-switched connections (for either voice or data), and packet-switched connections (for data)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Wired Internet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Connections…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DSL  (</a:t>
            </a:r>
            <a:r>
              <a:rPr lang="en-US" sz="2800" dirty="0" smtClean="0"/>
              <a:t>Digital Subscriber Line)</a:t>
            </a:r>
            <a:endParaRPr lang="en-US" dirty="0"/>
          </a:p>
          <a:p>
            <a:pPr lvl="1"/>
            <a:r>
              <a:rPr lang="en-US" dirty="0"/>
              <a:t>Offers speeds up to 30 </a:t>
            </a:r>
            <a:r>
              <a:rPr lang="en-US" dirty="0" smtClean="0"/>
              <a:t>Mbps</a:t>
            </a:r>
          </a:p>
          <a:p>
            <a:pPr lvl="1"/>
            <a:r>
              <a:rPr lang="en-US" sz="2400" dirty="0" smtClean="0"/>
              <a:t>provides digital data transmission over the wires of a local telephone network</a:t>
            </a:r>
            <a:endParaRPr lang="en-US" dirty="0"/>
          </a:p>
          <a:p>
            <a:pPr lvl="1"/>
            <a:r>
              <a:rPr lang="en-US" dirty="0"/>
              <a:t>Uses modified phone lines</a:t>
            </a:r>
          </a:p>
          <a:p>
            <a:pPr lvl="2"/>
            <a:r>
              <a:rPr lang="en-US" dirty="0"/>
              <a:t>Needs special DSL modem</a:t>
            </a:r>
          </a:p>
          <a:p>
            <a:pPr lvl="1"/>
            <a:r>
              <a:rPr lang="en-US" dirty="0"/>
              <a:t>Simultaneous use of phone and data</a:t>
            </a:r>
          </a:p>
          <a:p>
            <a:pPr lvl="1"/>
            <a:endParaRPr lang="en-US" dirty="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Wired Internet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Connections…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C:\Documents and Settings\User\My Documents\Downloads\pictuers\220px-T-DSL_Modem[1]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43800" y="2286000"/>
            <a:ext cx="1371600" cy="2259108"/>
          </a:xfrm>
          <a:prstGeom prst="rect">
            <a:avLst/>
          </a:prstGeom>
          <a:noFill/>
        </p:spPr>
      </p:pic>
      <p:sp>
        <p:nvSpPr>
          <p:cNvPr id="5" name="Title 3"/>
          <p:cNvSpPr txBox="1">
            <a:spLocks/>
          </p:cNvSpPr>
          <p:nvPr/>
        </p:nvSpPr>
        <p:spPr>
          <a:xfrm>
            <a:off x="228600" y="4648200"/>
            <a:ext cx="8915400" cy="1858962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lvl="0" fontAlgn="auto">
              <a:spcAft>
                <a:spcPts val="0"/>
              </a:spcAft>
              <a:defRPr/>
            </a:pPr>
            <a:r>
              <a:rPr kumimoji="0" lang="en-US" sz="2400" i="0" u="none" strike="noStrike" kern="1200" cap="none" spc="0" normalizeH="0" baseline="0" noProof="0" dirty="0" err="1" smtClean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xDSL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2400" dirty="0" smtClean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 </a:t>
            </a:r>
            <a:r>
              <a:rPr lang="en-US" sz="2400" dirty="0" smtClean="0">
                <a:latin typeface="+mj-lt"/>
              </a:rPr>
              <a:t>Refers collectively to all types of DSL</a:t>
            </a:r>
            <a:endParaRPr kumimoji="0" lang="en-US" sz="2400" i="0" u="none" strike="noStrike" kern="1200" cap="none" spc="0" normalizeH="0" baseline="0" noProof="0" dirty="0" smtClean="0">
              <a:ln>
                <a:noFill/>
              </a:ln>
              <a:uLnTx/>
              <a:uFillTx/>
              <a:latin typeface="+mj-lt"/>
              <a:ea typeface="+mj-ea"/>
              <a:cs typeface="+mj-cs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US" sz="2400" dirty="0" smtClean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	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 new digital service that uses high-bandwidth 	  	  to bring voice, video and data to your business.</a:t>
            </a:r>
            <a:b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     - </a:t>
            </a:r>
            <a:r>
              <a:rPr lang="en-US" sz="2400" dirty="0" smtClean="0"/>
              <a:t>two main categories being ADSL and SDSL</a:t>
            </a:r>
          </a:p>
          <a:p>
            <a:pPr lvl="0" fontAlgn="auto">
              <a:spcAft>
                <a:spcPts val="0"/>
              </a:spcAft>
              <a:defRPr/>
            </a:pP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	- </a:t>
            </a:r>
            <a:r>
              <a:rPr lang="en-US" sz="2400" dirty="0" smtClean="0"/>
              <a:t>Two other types of </a:t>
            </a:r>
            <a:r>
              <a:rPr lang="en-US" sz="2400" dirty="0" err="1" smtClean="0"/>
              <a:t>xDSL</a:t>
            </a:r>
            <a:r>
              <a:rPr lang="en-US" sz="2400" dirty="0" smtClean="0"/>
              <a:t> technologies are               	 	   </a:t>
            </a:r>
            <a:r>
              <a:rPr lang="en-US" sz="2400" i="1" dirty="0" smtClean="0"/>
              <a:t>High-data-rate DSL (HDSL)</a:t>
            </a:r>
            <a:r>
              <a:rPr lang="en-US" sz="2400" dirty="0" smtClean="0"/>
              <a:t> and </a:t>
            </a:r>
            <a:r>
              <a:rPr lang="en-US" sz="2400" i="1" dirty="0" smtClean="0"/>
              <a:t>Very high DSL (VDSL)</a:t>
            </a:r>
            <a:r>
              <a:rPr lang="en-US" sz="2400" dirty="0" smtClean="0"/>
              <a:t>. 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upload.wikimedia.org/wikipedia/commons/thumb/f/fe/ADSL_router_with_Wi-Fi_%28802.11_b-g%29.jpg/220px-ADSL_router_with_Wi-Fi_%28802.11_b-g%29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2800" y="4876799"/>
            <a:ext cx="1981200" cy="1981201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533400"/>
            <a:ext cx="9448800" cy="6324600"/>
          </a:xfrm>
        </p:spPr>
        <p:txBody>
          <a:bodyPr>
            <a:normAutofit lnSpcReduction="10000"/>
          </a:bodyPr>
          <a:lstStyle/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dirty="0" smtClean="0"/>
              <a:t>ADSL (Asynchronous DSL or </a:t>
            </a:r>
            <a:r>
              <a:rPr lang="en-US" sz="2400" i="1" dirty="0" smtClean="0"/>
              <a:t>Asymmetric DSL</a:t>
            </a:r>
            <a:r>
              <a:rPr lang="en-US" dirty="0" smtClean="0"/>
              <a:t>)</a:t>
            </a:r>
          </a:p>
          <a:p>
            <a:pPr marL="365760" lvl="1" indent="-256032">
              <a:spcBef>
                <a:spcPts val="400"/>
              </a:spcBef>
              <a:buSzPct val="68000"/>
              <a:buNone/>
            </a:pPr>
            <a:endParaRPr lang="en-US" dirty="0" smtClean="0"/>
          </a:p>
          <a:p>
            <a:pPr marL="603504" lvl="2" indent="-256032">
              <a:spcBef>
                <a:spcPts val="400"/>
              </a:spcBef>
              <a:buSzPct val="68000"/>
              <a:buFont typeface="Wingdings" pitchFamily="2" charset="2"/>
              <a:buChar char="§"/>
            </a:pPr>
            <a:r>
              <a:rPr lang="en-US" sz="2200" dirty="0" smtClean="0"/>
              <a:t>Different up and download speeds (i.e. 608/128, 1500/384)</a:t>
            </a:r>
          </a:p>
          <a:p>
            <a:pPr marL="603504" lvl="2" indent="-256032">
              <a:spcBef>
                <a:spcPts val="400"/>
              </a:spcBef>
              <a:buSzPct val="68000"/>
              <a:buFont typeface="Wingdings" pitchFamily="2" charset="2"/>
              <a:buChar char="§"/>
            </a:pPr>
            <a:r>
              <a:rPr lang="en-US" sz="2200" dirty="0" smtClean="0"/>
              <a:t>Usually used for residential service, since residential   customers don't need to upload much</a:t>
            </a:r>
          </a:p>
          <a:p>
            <a:pPr marL="365760" lvl="1" indent="-256032">
              <a:spcBef>
                <a:spcPts val="400"/>
              </a:spcBef>
              <a:buSzPct val="68000"/>
              <a:buNone/>
            </a:pPr>
            <a:endParaRPr lang="en-US" dirty="0" smtClean="0"/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dirty="0" smtClean="0"/>
              <a:t>SDSL (Synchronous DSL or </a:t>
            </a:r>
            <a:r>
              <a:rPr lang="en-US" sz="2400" i="1" dirty="0" smtClean="0"/>
              <a:t>Symmetric DSL</a:t>
            </a:r>
            <a:r>
              <a:rPr lang="en-US" dirty="0" smtClean="0"/>
              <a:t>)</a:t>
            </a:r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endParaRPr lang="en-US" dirty="0" smtClean="0"/>
          </a:p>
          <a:p>
            <a:pPr marL="603504" lvl="2" indent="-256032">
              <a:spcBef>
                <a:spcPts val="400"/>
              </a:spcBef>
              <a:buSzPct val="68000"/>
              <a:buFont typeface="Wingdings" pitchFamily="2" charset="2"/>
              <a:buChar char="§"/>
            </a:pPr>
            <a:r>
              <a:rPr lang="en-US" dirty="0" smtClean="0"/>
              <a:t>upstream and downstream speeds are equal </a:t>
            </a:r>
            <a:r>
              <a:rPr lang="en-US" sz="2000" dirty="0" smtClean="0"/>
              <a:t>(i.e. 1.5M/1.5M)</a:t>
            </a:r>
          </a:p>
          <a:p>
            <a:pPr marL="603504" lvl="2" indent="-256032">
              <a:spcBef>
                <a:spcPts val="400"/>
              </a:spcBef>
              <a:buSzPct val="68000"/>
              <a:buFont typeface="Wingdings" pitchFamily="2" charset="2"/>
              <a:buChar char="§"/>
            </a:pPr>
            <a:r>
              <a:rPr lang="en-US" sz="2000" dirty="0" smtClean="0"/>
              <a:t>Usually used for business service</a:t>
            </a:r>
          </a:p>
          <a:p>
            <a:pPr marL="603504" lvl="2" indent="-256032">
              <a:spcBef>
                <a:spcPts val="400"/>
              </a:spcBef>
              <a:buSzPct val="68000"/>
              <a:buNone/>
            </a:pPr>
            <a:endParaRPr lang="en-US" sz="2000" dirty="0" smtClean="0"/>
          </a:p>
          <a:p>
            <a:pPr marL="603504" lvl="2" indent="-256032">
              <a:spcBef>
                <a:spcPts val="400"/>
              </a:spcBef>
              <a:buSzPct val="68000"/>
              <a:buNone/>
            </a:pPr>
            <a:r>
              <a:rPr lang="en-US" sz="2000" dirty="0" smtClean="0"/>
              <a:t>ADSL and SDSL are very affordable and cost-effective services </a:t>
            </a:r>
          </a:p>
          <a:p>
            <a:pPr marL="603504" lvl="2" indent="-256032">
              <a:spcBef>
                <a:spcPts val="400"/>
              </a:spcBef>
              <a:buSzPct val="68000"/>
              <a:buNone/>
            </a:pPr>
            <a:r>
              <a:rPr lang="en-US" sz="2000" dirty="0" smtClean="0"/>
              <a:t>based upon a flat rate and also they are easily and inexpensively installed.</a:t>
            </a:r>
          </a:p>
          <a:p>
            <a:pPr marL="603504" lvl="2" indent="-256032">
              <a:spcBef>
                <a:spcPts val="400"/>
              </a:spcBef>
              <a:buSzPct val="68000"/>
              <a:buNone/>
            </a:pPr>
            <a:endParaRPr lang="en-US" sz="2000" dirty="0" smtClean="0"/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dirty="0" smtClean="0"/>
              <a:t>Variable DSL</a:t>
            </a:r>
          </a:p>
          <a:p>
            <a:pPr marL="1801368" lvl="7" indent="-256032">
              <a:spcBef>
                <a:spcPts val="400"/>
              </a:spcBef>
              <a:buSzPct val="68000"/>
              <a:buFont typeface="Wingdings" pitchFamily="2" charset="2"/>
              <a:buChar char="§"/>
            </a:pPr>
            <a:r>
              <a:rPr lang="en-US" dirty="0" smtClean="0"/>
              <a:t>  </a:t>
            </a:r>
            <a:r>
              <a:rPr lang="en-US" sz="2000" dirty="0" smtClean="0"/>
              <a:t>Speed changes based on traffic</a:t>
            </a:r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endParaRPr lang="en-US" dirty="0" smtClean="0"/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DSL Connections</a:t>
            </a:r>
          </a:p>
        </p:txBody>
      </p:sp>
      <p:pic>
        <p:nvPicPr>
          <p:cNvPr id="23557" name="Picture 1029" descr="D:\My Documents\!books\norton im\chapter 10\DSL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600200"/>
            <a:ext cx="6172200" cy="47577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1981200"/>
            <a:ext cx="406717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038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09600" y="4343400"/>
            <a:ext cx="2385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ADSL wired network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62600" y="1295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ADSL wireless network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Cable modems</a:t>
            </a:r>
          </a:p>
          <a:p>
            <a:pPr lvl="1"/>
            <a:r>
              <a:rPr lang="en-US" dirty="0"/>
              <a:t>Speeds up to 3 Mbps</a:t>
            </a:r>
          </a:p>
          <a:p>
            <a:pPr lvl="1"/>
            <a:r>
              <a:rPr lang="en-US" dirty="0"/>
              <a:t>Uses cable TV wires</a:t>
            </a:r>
          </a:p>
          <a:p>
            <a:pPr lvl="1"/>
            <a:r>
              <a:rPr lang="en-US" dirty="0"/>
              <a:t>Requires a cable modem</a:t>
            </a:r>
          </a:p>
          <a:p>
            <a:pPr lvl="1"/>
            <a:r>
              <a:rPr lang="en-US" dirty="0"/>
              <a:t>Simultaneous use of TV and data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Wired Internet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Connections…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292" name="Picture 4" descr="D:\My Documents\!books\norton im\chapter 10\cablemodem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4114799"/>
            <a:ext cx="6096000" cy="20701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6400800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 smtClean="0"/>
              <a:t>Leased line</a:t>
            </a:r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A permanent fiber optic or telephone connection between two points set up by a telecommunications carrier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Sometimes referred to as a ‘dedicated line’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Can be used for telephone, data, or Internet services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Oftentimes businesses will use a leased line to connect to geographically distant offices because it guarantees bandwidth for network traffic. </a:t>
            </a:r>
          </a:p>
          <a:p>
            <a:pPr lvl="1">
              <a:buNone/>
            </a:pPr>
            <a:r>
              <a:rPr lang="en-US" dirty="0" smtClean="0"/>
              <a:t>      </a:t>
            </a:r>
            <a:r>
              <a:rPr lang="en-US" sz="2100" i="1" dirty="0" smtClean="0"/>
              <a:t>e.g. A bank may use a leased line in order to easily </a:t>
            </a:r>
            <a:r>
              <a:rPr lang="en-US" sz="2100" i="1" dirty="0" smtClean="0"/>
              <a:t>transfer </a:t>
            </a:r>
            <a:r>
              <a:rPr lang="en-US" sz="2100" i="1" dirty="0" smtClean="0"/>
              <a:t>financial information from one office to another.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Do not have telephone numbers because each side of the line is always connected to one another, as opposed to telephone lines which reuse the same lines for numerous conversations through a process called "switching."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The fee for the connection is a fixed monthly rate. </a:t>
            </a:r>
            <a:r>
              <a:rPr lang="en-US" sz="1800" i="1" dirty="0" smtClean="0"/>
              <a:t>(</a:t>
            </a:r>
            <a:r>
              <a:rPr lang="en-US" sz="1700" i="1" dirty="0" smtClean="0"/>
              <a:t>The primary factors affecting the monthly fee are distance between end points and the speed of the circuit)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provide a guaranteed level of service and speed, offering fast data transfer over a completely secure connection at a price that can be cost effective for very heavy internet users</a:t>
            </a:r>
            <a:endParaRPr lang="en-US" i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Wired Internet Connections…</a:t>
            </a:r>
            <a:r>
              <a:rPr lang="en-US" sz="4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sz="4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programming interface (API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pPr lvl="1"/>
            <a:r>
              <a:rPr lang="en-US" dirty="0"/>
              <a:t>Simplifies connection to network devices</a:t>
            </a:r>
          </a:p>
          <a:p>
            <a:pPr lvl="1"/>
            <a:r>
              <a:rPr lang="en-US" dirty="0"/>
              <a:t>Allows any application to access Internet</a:t>
            </a:r>
          </a:p>
          <a:p>
            <a:pPr lvl="1"/>
            <a:r>
              <a:rPr lang="en-US" dirty="0"/>
              <a:t>UNIX API uses sockets</a:t>
            </a:r>
          </a:p>
          <a:p>
            <a:pPr lvl="1"/>
            <a:r>
              <a:rPr lang="en-US" dirty="0"/>
              <a:t>Windows API uses </a:t>
            </a:r>
            <a:r>
              <a:rPr lang="en-US" dirty="0" err="1"/>
              <a:t>winsock</a:t>
            </a:r>
            <a:endParaRPr lang="en-US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Software Accessing The Internet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</a:t>
            </a:r>
            <a:r>
              <a:rPr lang="en-US" dirty="0" smtClean="0"/>
              <a:t>drivers</a:t>
            </a:r>
          </a:p>
          <a:p>
            <a:endParaRPr lang="en-US" dirty="0"/>
          </a:p>
          <a:p>
            <a:pPr lvl="1"/>
            <a:r>
              <a:rPr lang="en-US" dirty="0"/>
              <a:t>Control access to the hardware</a:t>
            </a:r>
          </a:p>
          <a:p>
            <a:pPr lvl="1"/>
            <a:r>
              <a:rPr lang="en-US" dirty="0"/>
              <a:t>Ethernet </a:t>
            </a:r>
            <a:r>
              <a:rPr lang="en-US" dirty="0" smtClean="0"/>
              <a:t> and </a:t>
            </a:r>
            <a:r>
              <a:rPr lang="en-US" dirty="0"/>
              <a:t>dial-up require a driver</a:t>
            </a:r>
          </a:p>
          <a:p>
            <a:pPr lvl="1"/>
            <a:r>
              <a:rPr lang="en-US" dirty="0"/>
              <a:t>API connects to the driver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Accessing The Internet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API and Drivers</a:t>
            </a:r>
          </a:p>
        </p:txBody>
      </p:sp>
      <p:pic>
        <p:nvPicPr>
          <p:cNvPr id="25604" name="Picture 1028" descr="D:\My Documents\!books\norton im\chapter 10\driver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295400"/>
            <a:ext cx="7467600" cy="5287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066800"/>
            <a:ext cx="8153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effectLst/>
              </a:rPr>
              <a:t>Wireless network</a:t>
            </a:r>
            <a:r>
              <a:rPr lang="en-US" sz="2400" dirty="0" smtClean="0">
                <a:effectLst/>
              </a:rPr>
              <a:t> refers to any type of computer network that is not connected by cables of any kind. </a:t>
            </a:r>
          </a:p>
          <a:p>
            <a:endParaRPr lang="en-US" sz="2400" dirty="0" smtClean="0">
              <a:effectLst/>
            </a:endParaRPr>
          </a:p>
          <a:p>
            <a:endParaRPr lang="en-US" sz="2400" dirty="0" smtClean="0">
              <a:effectLst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819400"/>
            <a:ext cx="762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14400" y="3048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Wireless Internet Connection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Wireless WAN (WWAN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Wireless </a:t>
            </a:r>
            <a:r>
              <a:rPr lang="en-US" dirty="0"/>
              <a:t>network over a large area</a:t>
            </a:r>
          </a:p>
          <a:p>
            <a:pPr lvl="1"/>
            <a:r>
              <a:rPr lang="en-US" dirty="0"/>
              <a:t>Uses radio signals to transfer data</a:t>
            </a:r>
          </a:p>
          <a:p>
            <a:pPr lvl="1"/>
            <a:r>
              <a:rPr lang="en-US" dirty="0"/>
              <a:t>Speeds range from 1 to 100 Mbps</a:t>
            </a:r>
          </a:p>
          <a:p>
            <a:pPr lvl="1"/>
            <a:r>
              <a:rPr lang="en-US" dirty="0"/>
              <a:t>Antennas required</a:t>
            </a:r>
          </a:p>
          <a:p>
            <a:pPr lvl="1"/>
            <a:r>
              <a:rPr lang="en-US" dirty="0"/>
              <a:t>Subject to atmospheric </a:t>
            </a:r>
            <a:r>
              <a:rPr lang="en-US" dirty="0" smtClean="0"/>
              <a:t>disturbances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Wireless MAN (WMAN)</a:t>
            </a:r>
          </a:p>
          <a:p>
            <a:pPr lvl="1"/>
            <a:r>
              <a:rPr lang="en-US" sz="2400" dirty="0" smtClean="0"/>
              <a:t>A type of wireless network that connects several Wireless LANs</a:t>
            </a:r>
            <a:endParaRPr lang="en-US" dirty="0" smtClean="0"/>
          </a:p>
          <a:p>
            <a:pPr lvl="1"/>
            <a:r>
              <a:rPr lang="en-US" sz="2400" dirty="0" err="1" smtClean="0"/>
              <a:t>WiMAX</a:t>
            </a:r>
            <a:r>
              <a:rPr lang="en-US" sz="2400" dirty="0" smtClean="0"/>
              <a:t> :  A type of Wireless MAN described by the   	           IEEE 802.16 standard.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Wireless Internet </a:t>
            </a:r>
            <a:r>
              <a:rPr lang="en-US" sz="4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Connection…</a:t>
            </a:r>
            <a:endParaRPr lang="en-US" sz="4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Wireless LANs (WLAN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pPr lvl="1"/>
            <a:r>
              <a:rPr lang="en-US" dirty="0"/>
              <a:t>Network without </a:t>
            </a:r>
            <a:r>
              <a:rPr lang="en-US" dirty="0" smtClean="0"/>
              <a:t> wires</a:t>
            </a:r>
            <a:endParaRPr lang="en-US" dirty="0"/>
          </a:p>
          <a:p>
            <a:pPr lvl="1"/>
            <a:r>
              <a:rPr lang="en-US" dirty="0"/>
              <a:t>Connects to a broadband LAN connection</a:t>
            </a:r>
          </a:p>
          <a:p>
            <a:pPr lvl="1"/>
            <a:r>
              <a:rPr lang="en-US" dirty="0"/>
              <a:t>WAP are wired directly into the LAN</a:t>
            </a:r>
          </a:p>
          <a:p>
            <a:pPr lvl="1"/>
            <a:r>
              <a:rPr lang="en-US" dirty="0"/>
              <a:t>Nodes use </a:t>
            </a:r>
            <a:r>
              <a:rPr lang="en-US" dirty="0" smtClean="0"/>
              <a:t>wireless</a:t>
            </a:r>
          </a:p>
          <a:p>
            <a:pPr lvl="1"/>
            <a:r>
              <a:rPr lang="en-US" sz="2400" dirty="0" smtClean="0"/>
              <a:t>Wi-Fi: A term used to describe 802.11  WLANs</a:t>
            </a:r>
            <a:endParaRPr lang="en-US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Wireless Internet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Connection…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533400"/>
            <a:ext cx="8229600" cy="6324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Wi-Fi</a:t>
            </a:r>
          </a:p>
          <a:p>
            <a:pPr lvl="1"/>
            <a:r>
              <a:rPr lang="en-US" dirty="0" smtClean="0"/>
              <a:t>Wireless Fidelity</a:t>
            </a:r>
          </a:p>
          <a:p>
            <a:pPr lvl="1"/>
            <a:r>
              <a:rPr lang="en-US" dirty="0" smtClean="0"/>
              <a:t>wireless networking technology that allows computers and other devices to communicate over a wireless signal.</a:t>
            </a:r>
            <a:endParaRPr lang="en-US" dirty="0"/>
          </a:p>
          <a:p>
            <a:pPr lvl="1"/>
            <a:r>
              <a:rPr lang="en-US" dirty="0" smtClean="0"/>
              <a:t>Wi-Fi connection only exists between the device and the router. </a:t>
            </a:r>
          </a:p>
          <a:p>
            <a:pPr lvl="1"/>
            <a:r>
              <a:rPr lang="en-US" dirty="0" smtClean="0"/>
              <a:t>Most routers are connected to a DSL or cable modem, which provides Internet access to all connected devices.</a:t>
            </a:r>
          </a:p>
          <a:p>
            <a:pPr lvl="1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err="1" smtClean="0"/>
              <a:t>WiMAX</a:t>
            </a:r>
            <a:endParaRPr lang="en-US" dirty="0" smtClean="0"/>
          </a:p>
          <a:p>
            <a:pPr lvl="1"/>
            <a:r>
              <a:rPr lang="en-US" sz="2400" dirty="0" smtClean="0"/>
              <a:t>Worldwide Interoperability for Microwave Access</a:t>
            </a:r>
            <a:endParaRPr lang="en-US" dirty="0" smtClean="0"/>
          </a:p>
          <a:p>
            <a:pPr lvl="1"/>
            <a:r>
              <a:rPr lang="en-US" sz="2400" dirty="0" smtClean="0"/>
              <a:t>A communications technology that uses radio spectrum to transmit tens of megabits per second in bandwidth between digital devices such as laptop computers. </a:t>
            </a:r>
          </a:p>
          <a:p>
            <a:pPr lvl="1"/>
            <a:r>
              <a:rPr lang="en-US" sz="2400" dirty="0" smtClean="0"/>
              <a:t>Similar to </a:t>
            </a:r>
            <a:r>
              <a:rPr lang="en-US" sz="2400" dirty="0" err="1" smtClean="0"/>
              <a:t>WiFi</a:t>
            </a:r>
            <a:r>
              <a:rPr lang="en-US" sz="2400" dirty="0" smtClean="0"/>
              <a:t>, </a:t>
            </a:r>
            <a:r>
              <a:rPr lang="en-US" sz="2400" dirty="0" err="1" smtClean="0"/>
              <a:t>WiMAX</a:t>
            </a:r>
            <a:r>
              <a:rPr lang="en-US" sz="2400" dirty="0" smtClean="0"/>
              <a:t> brings with it the ability to transmit over far greater distances and to handle much more data.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/>
              <a:t>Wireless LAN</a:t>
            </a:r>
          </a:p>
        </p:txBody>
      </p:sp>
      <p:pic>
        <p:nvPicPr>
          <p:cNvPr id="27652" name="Picture 4" descr="D:\My Documents\!books\norton im\chapter 10\wlan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7543800" cy="401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328"/>
            <a:ext cx="8229600" cy="47670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Satellite services</a:t>
            </a:r>
          </a:p>
          <a:p>
            <a:pPr lvl="1"/>
            <a:r>
              <a:rPr lang="en-US" dirty="0"/>
              <a:t>Internet access in remote regions</a:t>
            </a:r>
          </a:p>
          <a:p>
            <a:pPr lvl="1"/>
            <a:r>
              <a:rPr lang="en-US" dirty="0"/>
              <a:t>Suitable for home and office use</a:t>
            </a:r>
          </a:p>
          <a:p>
            <a:pPr lvl="1"/>
            <a:r>
              <a:rPr lang="en-US" dirty="0"/>
              <a:t>Needs a VSAT at the client</a:t>
            </a:r>
          </a:p>
          <a:p>
            <a:pPr lvl="2"/>
            <a:r>
              <a:rPr lang="en-US" dirty="0"/>
              <a:t>Very Small Aperture Terminal</a:t>
            </a:r>
          </a:p>
          <a:p>
            <a:pPr lvl="2"/>
            <a:r>
              <a:rPr lang="en-US" dirty="0"/>
              <a:t>Connects to the satellite</a:t>
            </a:r>
          </a:p>
          <a:p>
            <a:pPr lvl="1"/>
            <a:r>
              <a:rPr lang="en-US" dirty="0"/>
              <a:t>Modem connects to the </a:t>
            </a:r>
            <a:r>
              <a:rPr lang="en-US" dirty="0" smtClean="0"/>
              <a:t>VSAT</a:t>
            </a:r>
          </a:p>
          <a:p>
            <a:pPr lvl="1"/>
            <a:r>
              <a:rPr lang="en-US" dirty="0" smtClean="0"/>
              <a:t>Need satellite dish and a service provider contract</a:t>
            </a:r>
          </a:p>
          <a:p>
            <a:pPr lvl="1"/>
            <a:r>
              <a:rPr lang="en-US" dirty="0" smtClean="0"/>
              <a:t>Can be frustrating to set up</a:t>
            </a:r>
          </a:p>
          <a:p>
            <a:pPr lvl="1"/>
            <a:r>
              <a:rPr lang="en-US" dirty="0" smtClean="0"/>
              <a:t>Need a phone line for upstream data and limited to analog modem speeds</a:t>
            </a:r>
          </a:p>
          <a:p>
            <a:pPr lvl="1"/>
            <a:r>
              <a:rPr lang="en-US" dirty="0" smtClean="0">
                <a:ea typeface="Times" pitchFamily="34" charset="0"/>
                <a:cs typeface="Times" pitchFamily="34" charset="0"/>
              </a:rPr>
              <a:t>Satellite services are not inexpensive</a:t>
            </a:r>
          </a:p>
          <a:p>
            <a:pPr lvl="1"/>
            <a:r>
              <a:rPr lang="en-US" dirty="0" smtClean="0"/>
              <a:t>High speed connection. But usually slower than cable and DSL connections.</a:t>
            </a:r>
          </a:p>
          <a:p>
            <a:pPr lvl="1"/>
            <a:r>
              <a:rPr lang="en-US" dirty="0" smtClean="0"/>
              <a:t>Most popular in areas in which cable or DSL connections are unavailable or unreliable.</a:t>
            </a:r>
          </a:p>
          <a:p>
            <a:pPr lvl="1"/>
            <a:endParaRPr 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Wireless Internet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Connection…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Wireless </a:t>
            </a:r>
            <a:r>
              <a:rPr lang="en-US" dirty="0" smtClean="0"/>
              <a:t>security</a:t>
            </a:r>
          </a:p>
          <a:p>
            <a:pPr>
              <a:buNone/>
            </a:pPr>
            <a:endParaRPr lang="en-US" dirty="0"/>
          </a:p>
          <a:p>
            <a:pPr lvl="1"/>
            <a:r>
              <a:rPr lang="en-US" dirty="0"/>
              <a:t>Crucial to protect wireless transmissions</a:t>
            </a:r>
          </a:p>
          <a:p>
            <a:pPr lvl="1"/>
            <a:r>
              <a:rPr lang="en-US" dirty="0"/>
              <a:t>Encryption protects transmissions</a:t>
            </a:r>
          </a:p>
          <a:p>
            <a:pPr lvl="1"/>
            <a:r>
              <a:rPr lang="en-US" dirty="0"/>
              <a:t>Wireless Encryption Protocol is quite weak</a:t>
            </a:r>
          </a:p>
          <a:p>
            <a:pPr lvl="1"/>
            <a:r>
              <a:rPr lang="en-US" dirty="0"/>
              <a:t>Wi-Fi Protected Access is stronger</a:t>
            </a:r>
          </a:p>
          <a:p>
            <a:pPr lvl="1"/>
            <a:r>
              <a:rPr lang="en-US" dirty="0"/>
              <a:t>MAC address of trusted computers</a:t>
            </a:r>
          </a:p>
          <a:p>
            <a:pPr lvl="1"/>
            <a:r>
              <a:rPr lang="en-US" dirty="0"/>
              <a:t>War driving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Wireless Internet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Connection…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r>
              <a:rPr lang="en-US" dirty="0" smtClean="0"/>
              <a:t>Compare and contrast wired internet connections and wireless internet connections.</a:t>
            </a:r>
          </a:p>
          <a:p>
            <a:endParaRPr lang="en-US" dirty="0" smtClean="0"/>
          </a:p>
          <a:p>
            <a:r>
              <a:rPr lang="en-US" dirty="0" smtClean="0"/>
              <a:t>List advantages and disadvantages of each type of wired and wireless internet connections.</a:t>
            </a:r>
            <a:endParaRPr lang="en-US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28600" y="4572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>
              <a:spcBef>
                <a:spcPct val="50000"/>
              </a:spcBef>
            </a:pPr>
            <a:r>
              <a:rPr lang="en-US" altLang="zh-TW" sz="3200" b="1" dirty="0" smtClean="0">
                <a:solidFill>
                  <a:schemeClr val="accent2">
                    <a:lumMod val="50000"/>
                  </a:schemeClr>
                </a:solidFill>
                <a:latin typeface="+mj-lt"/>
                <a:ea typeface="新細明體" pitchFamily="18" charset="-120"/>
              </a:rPr>
              <a:t>lesson </a:t>
            </a:r>
            <a:r>
              <a:rPr lang="en-US" altLang="zh-TW" sz="3200" b="1" dirty="0">
                <a:solidFill>
                  <a:schemeClr val="accent2">
                    <a:lumMod val="50000"/>
                  </a:schemeClr>
                </a:solidFill>
                <a:latin typeface="+mj-lt"/>
                <a:ea typeface="新細明體" pitchFamily="18" charset="-120"/>
              </a:rPr>
              <a:t>review</a:t>
            </a:r>
            <a:r>
              <a:rPr lang="en-US" altLang="zh-TW" sz="3200" dirty="0">
                <a:solidFill>
                  <a:schemeClr val="accent2">
                    <a:lumMod val="50000"/>
                  </a:schemeClr>
                </a:solidFill>
                <a:latin typeface="+mj-lt"/>
                <a:ea typeface="新細明體" pitchFamily="18" charset="-12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29</TotalTime>
  <Words>1115</Words>
  <Application>Microsoft Office PowerPoint</Application>
  <PresentationFormat>On-screen Show (4:3)</PresentationFormat>
  <Paragraphs>217</Paragraphs>
  <Slides>27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HNDIT</vt:lpstr>
      <vt:lpstr>HNDIT11062 –  Web Development</vt:lpstr>
      <vt:lpstr>Course Content</vt:lpstr>
      <vt:lpstr>Internet</vt:lpstr>
      <vt:lpstr>Slide 4</vt:lpstr>
      <vt:lpstr>Slide 5</vt:lpstr>
      <vt:lpstr>Slide 6</vt:lpstr>
      <vt:lpstr>Slide 7</vt:lpstr>
      <vt:lpstr>Wired Internet Connections</vt:lpstr>
      <vt:lpstr>Wired Internet Connections…</vt:lpstr>
      <vt:lpstr>Wired Internet Connections…</vt:lpstr>
      <vt:lpstr>Wired Internet Connections…</vt:lpstr>
      <vt:lpstr>Slide 12</vt:lpstr>
      <vt:lpstr>DSL Connections</vt:lpstr>
      <vt:lpstr>Slide 14</vt:lpstr>
      <vt:lpstr>Wired Internet Connections…</vt:lpstr>
      <vt:lpstr>Wired Internet Connections… </vt:lpstr>
      <vt:lpstr>Software Accessing The Internet</vt:lpstr>
      <vt:lpstr>Software Accessing The Internet</vt:lpstr>
      <vt:lpstr>API and Drivers</vt:lpstr>
      <vt:lpstr>Slide 20</vt:lpstr>
      <vt:lpstr>Wireless Internet Connection…</vt:lpstr>
      <vt:lpstr>Wireless Internet Connection…</vt:lpstr>
      <vt:lpstr>Slide 23</vt:lpstr>
      <vt:lpstr>Wireless LAN</vt:lpstr>
      <vt:lpstr>Wireless Internet Connection…</vt:lpstr>
      <vt:lpstr>Wireless Internet Connection…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wathsala</cp:lastModifiedBy>
  <cp:revision>5</cp:revision>
  <dcterms:created xsi:type="dcterms:W3CDTF">2013-10-16T01:16:09Z</dcterms:created>
  <dcterms:modified xsi:type="dcterms:W3CDTF">2014-03-12T07:40:22Z</dcterms:modified>
</cp:coreProperties>
</file>