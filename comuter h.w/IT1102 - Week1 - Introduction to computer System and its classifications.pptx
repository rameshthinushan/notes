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91" r:id="rId20"/>
    <p:sldId id="292" r:id="rId21"/>
    <p:sldId id="297" r:id="rId22"/>
    <p:sldId id="299" r:id="rId23"/>
    <p:sldId id="294" r:id="rId24"/>
    <p:sldId id="295" r:id="rId25"/>
    <p:sldId id="293" r:id="rId26"/>
    <p:sldId id="296" r:id="rId27"/>
    <p:sldId id="290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9" r:id="rId43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108" y="-7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38" y="-102"/>
      </p:cViewPr>
      <p:guideLst>
        <p:guide orient="horz" pos="3108"/>
        <p:guide pos="212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7F5F9-990C-45CA-A544-E412BEEDA5ED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8BB5-A5DF-4454-9ABC-93ADC18BCB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028C7-D268-4B3A-BE28-55C5A5BED5DB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EC25E-3E72-4910-A92E-65F3C621F4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8EC25E-3E72-4910-A92E-65F3C621F4D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Week- 01 - Introduction to computer System and its classifications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IT1102 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://en.wikipedia.org/wiki/File:Ibm_px_xt_color.jpg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jpeg"/><Relationship Id="rId2" Type="http://schemas.openxmlformats.org/officeDocument/2006/relationships/hyperlink" Target="http://en.wikipedia.org/wiki/File:Macintosh_128k_transparency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File:Apple3.jpg" TargetMode="External"/><Relationship Id="rId5" Type="http://schemas.openxmlformats.org/officeDocument/2006/relationships/image" Target="../media/image25.jpeg"/><Relationship Id="rId4" Type="http://schemas.openxmlformats.org/officeDocument/2006/relationships/hyperlink" Target="http://en.wikipedia.org/wiki/File:Apple_II.jpg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11430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Week 1</a:t>
            </a:r>
          </a:p>
          <a:p>
            <a:r>
              <a:rPr lang="en-US" dirty="0" smtClean="0"/>
              <a:t>Introduction to computer System and its classifications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IT1102 </a:t>
            </a:r>
            <a:br>
              <a:rPr lang="en-US" dirty="0" smtClean="0"/>
            </a:br>
            <a:r>
              <a:rPr lang="en-US" dirty="0" smtClean="0"/>
              <a:t>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784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Characteristics </a:t>
            </a:r>
          </a:p>
          <a:p>
            <a:pPr lvl="1"/>
            <a:r>
              <a:rPr lang="en-US" dirty="0" smtClean="0"/>
              <a:t>Make work easy</a:t>
            </a:r>
          </a:p>
          <a:p>
            <a:pPr lvl="1"/>
            <a:r>
              <a:rPr lang="en-US" dirty="0" smtClean="0"/>
              <a:t>Fast</a:t>
            </a:r>
          </a:p>
          <a:p>
            <a:pPr lvl="1"/>
            <a:r>
              <a:rPr lang="en-US" dirty="0" smtClean="0"/>
              <a:t>Accurate</a:t>
            </a:r>
          </a:p>
          <a:p>
            <a:pPr lvl="1"/>
            <a:r>
              <a:rPr lang="en-US" dirty="0" smtClean="0"/>
              <a:t>Efficient </a:t>
            </a:r>
          </a:p>
          <a:p>
            <a:pPr lvl="1"/>
            <a:r>
              <a:rPr lang="en-US" dirty="0" smtClean="0"/>
              <a:t>Versatile</a:t>
            </a:r>
          </a:p>
          <a:p>
            <a:pPr lvl="1"/>
            <a:r>
              <a:rPr lang="en-US" dirty="0" smtClean="0"/>
              <a:t>Memory</a:t>
            </a:r>
          </a:p>
          <a:p>
            <a:pPr lvl="1"/>
            <a:r>
              <a:rPr lang="en-US" dirty="0" smtClean="0"/>
              <a:t>Programmable</a:t>
            </a:r>
          </a:p>
          <a:p>
            <a:endParaRPr lang="en-US" dirty="0" smtClean="0"/>
          </a:p>
          <a:p>
            <a:r>
              <a:rPr lang="en-US" dirty="0" smtClean="0"/>
              <a:t>Modern computers</a:t>
            </a:r>
          </a:p>
          <a:p>
            <a:pPr lvl="1"/>
            <a:r>
              <a:rPr lang="en-US" dirty="0" smtClean="0"/>
              <a:t>Do concurrent jobs</a:t>
            </a:r>
          </a:p>
          <a:p>
            <a:pPr lvl="1"/>
            <a:r>
              <a:rPr lang="en-US" dirty="0" smtClean="0"/>
              <a:t>Is Intelligent?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Computer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Collection of meaningless numbers, characters</a:t>
            </a:r>
          </a:p>
          <a:p>
            <a:pPr lvl="1"/>
            <a:r>
              <a:rPr lang="en-US" dirty="0" smtClean="0"/>
              <a:t>Raw fats</a:t>
            </a:r>
          </a:p>
          <a:p>
            <a:pPr lvl="1"/>
            <a:r>
              <a:rPr lang="en-US" dirty="0" smtClean="0"/>
              <a:t>Meaning less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Information</a:t>
            </a:r>
          </a:p>
          <a:p>
            <a:pPr lvl="1"/>
            <a:r>
              <a:rPr lang="en-US" dirty="0" smtClean="0"/>
              <a:t>Processed data</a:t>
            </a:r>
          </a:p>
          <a:p>
            <a:pPr lvl="1"/>
            <a:r>
              <a:rPr lang="en-US" dirty="0" smtClean="0"/>
              <a:t>Meaning full</a:t>
            </a:r>
          </a:p>
          <a:p>
            <a:pPr lvl="1"/>
            <a:r>
              <a:rPr lang="en-US" dirty="0" smtClean="0"/>
              <a:t>Useful for decision making</a:t>
            </a:r>
          </a:p>
          <a:p>
            <a:pPr lvl="1"/>
            <a:r>
              <a:rPr lang="en-US" dirty="0" smtClean="0"/>
              <a:t>Valuable than data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Processing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processing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819400"/>
            <a:ext cx="8836859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Versatile electronic device</a:t>
            </a:r>
          </a:p>
          <a:p>
            <a:pPr lvl="1"/>
            <a:r>
              <a:rPr lang="en-US" dirty="0" smtClean="0"/>
              <a:t>Programmable</a:t>
            </a:r>
          </a:p>
          <a:p>
            <a:pPr lvl="1"/>
            <a:r>
              <a:rPr lang="en-US" dirty="0" smtClean="0"/>
              <a:t>Process data</a:t>
            </a:r>
          </a:p>
          <a:p>
            <a:pPr lvl="1"/>
            <a:r>
              <a:rPr lang="en-US" dirty="0" smtClean="0"/>
              <a:t>According to a given set of instructions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</a:t>
            </a:r>
            <a:endParaRPr lang="en-US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533400" y="4267200"/>
            <a:ext cx="8229600" cy="1295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Definition</a:t>
            </a:r>
          </a:p>
          <a:p>
            <a:r>
              <a:rPr lang="en-US" dirty="0" smtClean="0"/>
              <a:t>Versatile electronic device, which is programmable and process data according to a given set of instructions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3557"/>
            <a:ext cx="9144000" cy="6684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505201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 set of instructions</a:t>
            </a:r>
          </a:p>
          <a:p>
            <a:pPr lvl="1"/>
            <a:r>
              <a:rPr lang="en-US" dirty="0" smtClean="0"/>
              <a:t>Analog or Digital signals , since it can only understand the variance of electricity.</a:t>
            </a:r>
          </a:p>
          <a:p>
            <a:r>
              <a:rPr lang="en-US" dirty="0" smtClean="0"/>
              <a:t>Executed by processor</a:t>
            </a:r>
          </a:p>
          <a:p>
            <a:r>
              <a:rPr lang="en-US" dirty="0" smtClean="0"/>
              <a:t>Stored in memory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Definition</a:t>
            </a:r>
          </a:p>
          <a:p>
            <a:pPr lvl="1">
              <a:buNone/>
            </a:pPr>
            <a:r>
              <a:rPr lang="en-US" dirty="0" smtClean="0"/>
              <a:t>Computer Program is a set of stored instructions and data given to a computer to carry out a process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Computer Program</a:t>
            </a:r>
            <a:endParaRPr lang="en-US" dirty="0"/>
          </a:p>
        </p:txBody>
      </p:sp>
      <p:sp>
        <p:nvSpPr>
          <p:cNvPr id="15362" name="AutoShape 2" descr="data:image/jpeg;base64,/9j/4AAQSkZJRgABAQAAAQABAAD/2wCEAAkGBhQSEBUUExQWFRUWGB0YGBgYGSAfIBsbHR4cISAgIBogHiYgIR0kHyAdIi8gJCgpLiwsHB8xNTAsNSYrLCkBCQoKDgwOGg8PGjUkHyQuLS0wNCwyKiwsLCwsLyksLCouLCwsLCwyLywyNCwvKjQsLCwsLCwsLC8sLCwsLCwsLP/AABEIAOEA4QMBIgACEQEDEQH/xAAbAAACAgMBAAAAAAAAAAAAAAAFBgMEAAIHAf/EAEoQAAIBAgUCBAMDBQ0GBgMAAAECEQMhAAQGEjEFQRMiUWEycYEUkaEjJEKxsgcVFiUzQ1JicnOzwdFTY4KSovAXNJOj0uGDwvH/xAAaAQADAQEBAQAAAAAAAAAAAAACAwQBBQAG/8QANhEAAQQABAMFBwQCAgMAAAAAAQACAxEEEiExE0FRYZGhsfAUInGBwdHhIzJCUhXxBWIkM0P/2gAMAwEAAhEDEQA/AOe9W1oGXbSTYpIZhu3SRIBkiRYmwxZXXy7A5p/lhBD7rbhwdm3baBb2wP13k6dOsvhrtUohj5opv7nkn1xe+wUD0vcqecOoZjH9GoYFrCwkXuMcoMhMbHZd/r1XNyRBrTSBdG1AaOZFYruvMTE2I5wNqZkmpu+X4YZP3PcpSqZkLVTfJAAPEz3EXHNvlj3oXRqdTOlWB2+Y29lYj8QMUOlZG92mwHdqnl7GOIrkh/W+utWFEbNvh01T57Zv7TPGDWS1kvggVKRdlXaG3kQALWAgx7898Hsz0RK9BmamibYjYoW5KzIkkiDbi+Nsn0ZFRKa0qbb0DEuomWF4YkQB2/zxC/EQOZRbsev1UTponNAIStkNbsKjmqu9XO5hO2TeDIEi5NhjM7rg+IhpLsVDKid0GQSZIvcAwcW8l0egnUjTdSybyAJH9KBNrj1sJ9sL+osuqZtgoAG42HHxHFLGQvk0byvs7k9jInO0HJHM9rdDTIp0yjsIZt5aQeRBECTBkcRj3puswae2rSNTbYQxWBJJFhe5Jk491T06iMpl2pJtkNJMEkhgLkAe8e2C/Q+lIlCltp03aoCT4ig3DMogyIEATOEOMDYry8zz10vmku4IZdJIz/XHrZg1Wux5tHaOBiXrHX2q5o19uwlt23mPr3w6DTFKnXqMFB2KGVWgjdKAyO48xt8sVNV9GQ5dapREO6BsAAKgE3AJMz+HbDGYmEuaAOVd/JMbPGXAUqVbXilCwpxWIMvum7TuOyNt5Nu0+2AXQ9QGhVZ9u7crrEx8SlZmDxM4O9T6fR/exHRIfeQzWknaDa1lvx6zitoLKUajOKibm2tt4gQjG4i/txeME3hNie4N01B+SNvDDCa5pY+0nxN/eZxf6/1v7Qynbt2oiRM/AoWfrE40oUUGbCsJTcJA9MHdYdNpCtTFNdqslMx80U39z3OKnPaJGgjWinGRgc3TkhOV62y5R6Owncytu9NoYREd934Yu6a1P4KGm6b0J3bQdvm4BkCeCbcXw45HolPyURTQqypLFRu86KzQx7iTFvTnFbI6fp0Q7hFY+JtAYSNpDHj1kC/ubXxz34qBwc0t319dFG/EREEEJczetn8ZGRdi0/gXmLk8kXuSb+uJ+oa2TYRSpFGYQTvLSsgxcWuAZHp74n1h0VEak+0KXEsFjb8RAgDgQB3N5+WIdYdOohKBpJtDJ3gk+dxJIAk29OIwbOA/IQ3e/Dr1RDgmtFtktZqaQFSkXZRAIcrA7CALwZuecV+n61bxXNRd4c7mE7ZNzMgWuZgfLDJ0zpKJTpotKm29AxLqCZMzBJAAtYY0y+mqVKpWYKG2NCBoIu5XzC02v2vfCeLhxmGX1fglF8IvRL3UdZt4ieGuxUO4Cd1zBJkiT8IsfT3xZzutR4R2UitRlKs+4mQwIbykQJntx2wY6ppynUFKoUVSzQQoAG0bIteDczPtbFqr0RKi1KfhUwqBvMFAbyhtt5vJAmBe/GB42Gppy7ffxXuJDp7qQeidcaj4vkLb0ZPlu7/T0wMpVyKm7vOOk9O6MlJEC00cuWneoMQ0CLiBe8+mPBpakuYqNtnYm8LYjcFQwR3WSRHpF8U+2xBzjXoaJoxUdnTdJPXOutWzBq7dkwYmewHMD0wwtrvyeJ4Z8bnxN1p9dm3bxaPrgr1boCVaPiFEUhoGwAAiGJkSTMgQbWxdpdCplvA8JNggFoG/aYJO6fiv6fTCH4jDuaLbt5fVA6aJwApc4/hA2MwV/eNfbGYt4kPRFxIP6rTXeYVqqbSD+TpcGf5pMWMpml/etxInxUtN/gqduYxV6to56ahlZai2BKyQCZgGVFyAT9MWU0G/hxvXxP8AZy26TwI2xJtF+4wGaERsbm2Pkm5o8gF81W/c/rqudp7iANwuTA+84t6a6olPPbmIAg35/RIH42wK6LparmKjIliokk8Aep9sDfsjCrs/SnDXxxyueL3FHxTHMY9xN8l1HO9RFGnUNRlG4AKFZWFnUkDaTtAEx29MepnRVpIyFNqoAx3KpkXIILAmO1vlhB1D0Gtlyi1TdlBj0mRB97YJZDSVQ0QTVRCwkKxaSCJBEKRB7X+7HPOGiDA7Pz/Cidh2Bt5lsepI/Vd4YbTWkE2sXsb8W9cBdUVQc05Bkb2uP7RxcyOj6jVGDkUwhhmaYBvYwCZMHt2xX65pl6DAyGVuGWYMRPIBtPpi+MxNkADtapVsMYeKPJFuvZtfsOVAIJ/KWm48/cdsMXSc74uUprTKSoIaWVSCWYgSzCQRB9PXCP1jTFXL0qbv/OCQO4FufnMjm2L/AEXSrvSDGolMN8O8sJEkEiFNgQRieWKIxA5uZPmlSxxmP9ybsv16m1eoqlSSoVd3BPkkGYA4YybWwL1dnQmW2MwLs+6Awby7SJLAkTPYmcKo09WGZ8EA7zwO5tP6r406x0arTzBosdzAxI4/yxjMLE2QEO5X3LGwMDgc3ajNfNL+9SiRPjNab/yaduY98VtB11Wv5iB5X5Mfzb+uJquhHFMw6lwL0xu3AjkRtiRBm/Y4G9E0tVzBfZYICWJ4AAJ/GIHvh1wmJ4zaG77LTW8PI4Aqi9UfaJ7Thi1XnV8WiQQYpUpgz/Nrhay/T2esKS3YmB8zi31/oL5VwlQ3IB+UgGD7ib++HuawyNBOtFNLGEtF8l0uj1EMKVRWUUlFMsdygnYF3Sm7cxWGAtxxM4g6d1lKi1ERl379wkhYUT5gxIAMkDmbnCKmn64ynjzCEwPf4uPYbTP0x7p3T1SsC+4IgMbmmN3IFgbkSeOxxzTg4g0nNsonYdlF2ZF9bZ9Yo09wLICGggwS7EXFjYjgnFfU2cXwcpBBineDx+Uqc+mKee0jW8ZUHn3/AAlZhrxaQDzI4FxiXqWjGSkXSolTaJIQsYFhJlRaSB9RimMQtDBm6+NprREA0WnDK53xaFM0ykKgDEsqmRcg7mBIFiLRPF8ZlOvU3q11RlJdjs3WBG8mZMAELcTF8I+Q07XbLPWBhEtfuZAge/mB+WItP9DqV2Yhtqr8TGYE8TAJubC3OEHCRU63beHPVLOHZqcyeeodXWmKaO4L72ZoO6zbIO4Egmx7k+uLecz4BaqWQUyHiGXl0YKdgYkEys2+cRjn+odPVKMNuDqTAZZiREi4BkSO3fDJ0XQRrUFd6kbu3/YwmSGCOMPc/TXxSzCwNBBRbJdRFagoplJE7pZVIk2EswkEcgSPXHmX6/S+0uoZSSgUTwX2osGbRINza3OFnVGkWydMMjyDNvlH+uKnRtJvVQVGqLTn4S5YTHMQp4POCEEDmGQO903S0QR5cxKbep9TFKkVqMCzOpHmDSoVxdgSOYscEG6gpdKwZBSBViQwkgG5KTuLc9pjHNsz0GscwKJksY2j1kSI+Yg/XEXXenVcrUNJ2mPT5A+mGexRuoB2p1+SNuGaaAdqif76D1H34zAD7A2PcXezsTvZo+q6pVdfs7ADh1ueTKv9LXAjF0bVzScMWZBF/KfL8ri0cjHOerawZwFRBTWQSF3QSJgncxMgEi2Lq60qeGG8NTUFxUltwI4Mbtsi36PbHKOBlq+t+NKP2V4ons+qsaaq/wAYwOJP6jhWzTxmQfcYl6N1ipSzAqqoZgZg8d8D6rsakkXx1o4i2QnsA81fHFlcfgnLVrT9k/uqf62wzptVaLGG/JINt/Tvx9IPa+Ob9Y6vVqiluUL4aKgI7hZgn3vgvkdXOKIDUlcqIDHdIAEDhgLdrffiGXCvMbQOV+KmkgcWCk7NSUmvJA/KAn3INS3HJwv60rD7PRIAF2H3Fb37nADpurqoqMXXxA53MrTBN7naQZknv3xV1F196xVdoRVmFEwJieSTcgd8ZDg3slBOw+1LI8M5sgv1raOaiecjlZ/r/t4YckFGVoMYMK3lvfzse0W7G8453n+uvUoUqRUAU90Hudxm+CfSdYFKQR6a1Atl3brAkkjystiSTg5cK8xgD+xPyN/dFJh3mOgiWqa0Z8RAsv7K491CJ6mR/XOFbN9XqVq/iGS3/YH4QMS9X6zUqZg1mUKxO6Bx9OcPZh3Nyjo2vJM4B27PuupVNq16gsxbxT38phz7X5B5HphR0jU/Oao7bKv+G+K1bWVQ0yRSUVCDNSW3En4jG7bJkz5e54wE6H1epRqM6qGJVlMzHmUqeO4BxLFhHiN4O5Fd1pUcBp1qJHjNz/Wwa183mpf3VL/DXC1vbxJi8zi713qdSsVLqF2oqCJ/QUKD8zGOiYyZGu6Aqvh++09iYun1J6W/94n7FXBXSVNTkTJgCoptz8LC3vBm/phIy/W3XLNRCjazK09xtDD5R5j+GLunNRvRUoVFRCZ2mYnifKQZAkc9ziSbDPLHV1vySJYHFpXRg6tUyxAA4j/1GHf78U6xVaFZRDRTJ3X43oIHtwbiZ9sJGc1fV8ZWUbAnwKJhbzaZPMm5POJeqaxL0yiUlp7hDFd11sY8zG0gG17DEjcBICPXO1OMK+wfWyv6eqzlM17Kv+ImLeh6YOXzEkD4T9zTHzPGFHp3W3pUqqBQRUABJm0MGt9R92JOgaiegSI3K3xKZgxxMEGxvY4tmwz3NeBzIPdSpfh3EOpOOsKinJ04HFRx7mBTub8/K2GzTX/laXyxybr+pWrwgUIgMhRMSYk3JMmB37YY+ja+ajQVGpghe8H/AOQxz8TgZXYdrGjWye9K4TmNF+tkd/dH/wDLj6/rTEPS0UZSgxItute95+6bG8+mFjU2r2zlMKqQBPAPePc+mK/R9WNTQU3pipt+ENutPMbWXn3wUWDlbh2sO4JPmsdC5zD66IlqyvGcQgASiW/4Ftgf+6Gfzk/8P7C4E9V6pUqVvEcXsB7ACAPoAB9Me9c6hUzNQ1WWJiw4sAO/yx0YYCwsvkK8lTHFlc13rmoftDeuMxS3nHuLMqq4YThrTKKc4oVQoKpYD/drhxpdPG4UNqijKrBVZIaCQH27tx80Xn04wkas6ohzasjBgFS4Mj+TUH7jI+mHD9+qbFK/i0wilW2blDwpEjaOWsYk+mOFO1/Cj+Hjy+a5UofTfXVVel9NFFd1NQWZyplQ3l2g2BBEz3F8SV+g0nzCMwBLJubaRBMVLjbAAstha2K/SOupVptTDohDSS5ABEACCQTM+kW79sY2pqVPMU1LbtibSywQW/KXF7jzDn3thRbNmdW9FIAktW810/x6DGqqyoUrCqt2ZQTCgSsSL2njHuTyexEpoECsiliyqbsIPmKkiewnnjFfP9XShTfdVpuXgAU2BghwxkACBExA+gxvS6qlWijCrTUIoBDMFaQJPaSD2k/QYDLJl/62sqSufoleZboyUalVqajcHCpIDQCXBEMCCYAub4Fa1yK7KVUhd5ndtgC20AQAACLzb54I5HUtOq9ZVZU3sWBeANssbkzDXER73GAmtOpJ4dOkGDspYkqZXzbSIPtBnFELZeO3Nv8ASvunRCTiC/Wq91bSpnJZdkQLZ+L/AKQkzz/pjTRi02y9cFAW8NzuJ4Fu3H15GK3X+oo2RyyqwLAVJANx57SO0i+I9I59ESuGYLNFwJPJO2APfnFeR3s5Gu581Vldwvmrujciu6tUgFkEpIBAO9RwQQbE2OGHrHShVRWqBd4YrYBYAEwVUATPrfC7ovrCo9VCwUuIUtG0Hcp80yIgHsbxgz1XrVOioQurktulG3AAiIJ9ZvHocTziTj6ehSlmEmfRGP3tUu1Aovggso8qgwtwBUjcW4PMx7YpdN6aKNNTTUFmZg0qGsoQiAwIESxJH14xNV63T3faPFTZc7AV3wZABQd7gm5MdzAxU6Z1tK1EIKiIVYklyADIUCDc9jIt25xGGy5ddtL+Ov4SSH61fNSVeg0xmQwUE+GXtcF9heR227u0RFojEOociKuVZ6gXcu3bCqpAaSSQoFiAsE+8Y8GqKQzKruFk8PdYjcEKTJsUkzJ7du2K+pOpJTy9RfER2qFduxgQNu6Z4idwiB2PEYcxsvEZm7PPVMaJM4VCjSpt0toQBg6y3JPlqR8vpzi3ozIBcuaiKDUNQIJUN5SCSApBEyBeJ+/AfI9RQdOqKWG7xEhZuRtqSY9BI+8YK6O6uhy7Ud6o24NLkAQAe5khpI47A3xVM14jfX9vDRPka8MPx+601nkEU0ahA3OJYiIJ3ECABAsAIA5BxV1xTp+Dl2RAgKWAv+m45Nz9cZrTqqHwqYYMaYIYgyCSxax7iCB2vipqnPo+XyyqwJFO4B4PiVDB9DBB+uDga+oiep7taRRNd7pV/TaU26fXGwbgqy3t4iWjt8xftgJpTZ9qG9QwngmO9vxvi9pvqCJlMyrMAxRYBNz+UQ29bSfpgP0PMBcyrEwNwv8AXDww/qj1sE7K730f6tkEbqjLAjxTIFv0/bjDfVyIcPSYL4ahwo2qCdgO2GC7jHlJvxzzhM6n1amOpvUBDJ4rGRcEbyZH0w2Zzq6DdWNWmVYPCqy7vOrBZUQJEifrzjn4hslMrp4qSUP91a9OyPg018NV824uWVW+EwD5gYABM9vXHh6HTSvUqKo3KoZeCNx8OTBsQSzWIi49BjTp/WUr0QBUpoVJneQskm0GCYjnjtzjWhqemcw6hgNyqgZo2yAgJMyNvla8HtbCamt3XW+/7eCQBJ28vJSdZ6WKtIM4XeGiwCwIJgqoF5ve8YIDpqlzQ2r4AYqBtUEgXjxI3FpvzMT2wG6t1lKKBTUR2LbvI24AbSIJ9ZvGCT9bpl/tHiJsmdm5d8XAGz1vNzx37YW5suQVtrXx5UvAP035Ja/eBPbHuK38IF9fxxmOlUyDLP2oP0fTxr1mSYCAlj6KvJjvA7d8Geq6QK091KoWUEBvLtgmYsSZsDfti3ocA164YwNlSTE2i9sMdSsPs7iIAdOY7q83j2t6YCfFSNlobCvFVzYh4dp0SxQ0MAu3xSKxgbQtpaNo37ovIv2nAnoOlGzOYNMuFjkk+8WEiT7DHSQ4XMpF2ZqYMjidotPJiLiIwm6Zqz1NY4LjAxYqVzHuvla9HO85kv5Poj1sx4UzEm57AEn8AcGs/o8CnNGqXAjd5StiQByTNzx2xNpUg55pP6LfsNP4YZvGUUqij4QUMwJPnA+ce14wWIxMjZAG9nislneCK6fRKuT0SAg3VCtRlDKoWZDCV8waBPytgVlNKvUzbUGYAgkElh2MG5MH5d8dFqOqtRIEnZT5FhYAc8yCfSIwqVqv8bEf70g/+pgYMVK/NrytbHO8kpT6t0vwa7UpnaxWfkY4wR67pU5alTfeGLiSAQYvHIJB/wAuMaaub8+qf3jftHBnUTzk8tP9Fv8AEOLjK/8ATN779xKrMjhk7VD0fRymmr1ahQuNywu6QCQeCIuOMaJotzXZarQqCWPxQPLwJv8AELD/ACw3ZZlXK5duSEMCLfGxkzYibbcXau0164JjyXtMXpdvnGOY7Gyhzvn4GtFCcTJmOvqikfq2kSqg06hdJ2m22DzEEkxHfFr+A4VSq1T4okFdtpWdw37otBvF8MleuDRiAAKkDifhm5AEnFyo6rmHC3LGrJI4PmJAn0g374w4yYCul+ih9oeQBfRInStG7l31XKAkhTt3EkQTYERYi+KPVtNuldULSHgqTbytwebfI8Yf6ZU5dSb+doA7+VJv7W+fGF3W2YmvQPBNOmbCOR6Cww+DFSvlo9vgmRYh7nfJL2otMnK1Ep7g25VNuJI45IMeo5wbyehxsANQiqwEKFkSwBXz7oEgj5T7YzVrflsvP+ypfsDDhTdVrUiLsfCBkWEqg78ngzaPrj0uKlETDepBPcilnflGq510fSbZjMGkzhYNySOJAsJEm/AvgNWyRFXw5w5dCq/xoo/3gH44Veot+cA/LF0Uj3SEHagfNUxyPLqPRXNS6YOUFPzht67jFwLkRIJB45HrjfpmlDVyr194GwWE3JlRxMgX5iLRglrZpy+V96I/bqYzS1T8yzPtTH+ImFCWTgB1639aQ8V/CzdqFae034+5nbaiRuMTzYWkEyfuwS6no5tyCm5ZHO0EjbfyzYkx8Qv/AKYJ6ICnL1tx7rwJvusPqe+D7VwfAsB52At6Gl6C59++JpsXI2UgbD7Wp5cQ8P0SrU0SBTIp1Caigll2wBtBLebdBiPriHpWjAVD1ahQsTthS0wYPBEQY+eHXxFWpWCiZWqSSPRWNu4gyDe+IA6iijckM8CLc+vHPbvicYyaq615FJOJko6pMGjXNcq7eRQHLcwhgzE3MMPLM436vpEqgalULpMHy7YME8SZsDfDqXVqr7jE0VJgcArTPFre2K+ZrjwIiAKkcDujm5gTgxjJSR8lpxMgPwvwSt/4Z1/b/nX/AFxmOn7cZiT/ACs/Z6+ap47+q4bkOo1aNXcvxHkevsRwQe4Nji91fVFapCkKg9FUKD8woAJ9zxJwd1DSSlnqbbVYEITIMMSqkk8HzGSfniDWFINnhYX2/sJjstlZI5ri3cXaZxGOIJaqtPU+YFGNqkx8exd/z3xvkdjNrYC9M6nVpVhVp/Gpnib/ACNsdZoZb8qKUxQlR4cnaZAO2PcyfTCno5lTP7dqmWABI+H3F+fnOERYlhY8tZyv4hLjmbTvdSdl+pVEq71JDYK9W1XWqKFKqn9lFSfntAkexxRqkLmhYRuFsMmtQrvlyFCg00sOAL2Htix5ZxGW3cb9E5zmW2xyVDI6kzApbdqtazMilhaBDEFhHaDbtgLR6hVFfxBJcNuk3uDN55v646lkqBVadNDsptTplwCYJZfNIH9Lj64W8sqUeqMAikeIQARYeeBF+R2xJFiWEvys5X8UmOZtupqS+oZp6lVnf4mJJ7XJnj54sZ7qVV6VNH+FAQtvUyb97+uLmq4Geqf3jT/zHBvWNRWymXYKq+VoC8fGZ5J55xYZR+n7u/hoqeIPc03QjpGqa1OntCq4HG9FeObDcDAuTAxDktQ1/G3g7ieQ3mB+YMgiwsfQYO6JrL9lzK7RPhMS3eJW3PBmfoMb6Jyo/LuB51Eo3dTvUSPeCR9cIfJGziEs2r52kvexub3UE6xqCu5EgKB2RQon1hQBPvzGLdXU+Y8GNqzEbti7/nvjdJ7mZMmcOHWMgKlJWqeaoGYEmSQALLPpMm39LF16G5qlJm/IguFpknaQoYqoH9Xym/oMR+1xZR7g0+nRT8dpoZVzbpOp61MEABx6MoYD5BgQD7j0wO6h1SpWq7m57D09gOAB2AsMN2kXValdNqkmnUhiLiKbzHz74WMs4XOAkAgPweD7H2x0mFnEfTdQB81WxzbJDeSj6p1SrVZDU5VVRbRZRA49u+DOX1NmBRjaptZiilvaHI3AjsZtAjjFzWaB81SsBKU7DgDw0t8sOGUonctLdtokUwUk7TuVZWB/SO77+2JJsRGI2Es7a6JUkrco91ct6ZnqyVxVp/Gp3AkTcex5xSzIffLC+Oo9PyXhKzUvKxqAStjtKsdvykD7hgPragoai8hmZQWa/mO5xN7yAAPphkeMa6XKG7/RejxQc7RvJKHU+p1aiU1qcU12LaLST9bk84zIdSq06VRE+GoAGt2BDc9rgcYZtfOrUsuwVVmkIC8Ab3sJJxtpmsp6fXXashAS3c+dLcxE345wwTDgh2Xnt8903ijh3XNLXROtVKDHZDA8qQGB+amQY9+MT9R1LWqVAbKV4CqFE+oCgAGwv7D0xJpCsq5sSqteAGFuebEcc4LZzKq/VoIkGsZHr+UM4J7mCU23ldrzywPNjkqeb1LmDR27VFoLBFDG0GWA3Ge8m/fGnR9RV0UgKrDtvRWj5bgYnvHOH85cuKiVDNNQ+xCTHlDbYHbYI59ucQ5TLGjTpikTT3Bi5UkcOQGMc7Rjne1RZS3IPoo+OyqyrndPUVda+/lu6kSCPQqbFePKRFhjbq+p61SAQqR2VQoPuQoAJ98HuvUadHqAIRSsKdpB2nyDkSDc3+uIdXUQ3UOOY/ZGLWSRuc12Tdt/hUh7LvLyQj+Eea/pVP8Amb/XGY63/B7Lf7BPu/8AvHuIP8ph/wCnkszt/qFyrUfW0qZlSvwqqrPrtULPyMT9cbal60j5sPTO5QFvf+goPPuD92JevaRVKXi0mYqCA24BTJkiAGaRAN5GK1bSYXJDMbwSSBtBmBDG/obcdwZx0IzBTSD/ANUTTEQDfYnIaookpmDUELBFLzboH6IO3b6nnv64UtM9appnlqVG2pukm5gQfS+KmlNO/a3KlwgAm5v9B3Ptga2R/LCn74yPDwtzxg8tewarWQxtLm2szGYBrbu0jBzUfWUf7PsM7KSBubMJkX9LYg1Lpb7MaYDh96gkjiSSLHuLc4K5PRlLwl8R2DsoYBVBEMJWSXBHva3vg3Sw02S/gte+IBrj8EZoaipVKVNjVCeGqjY26SVAmIUqNxHc9r4Vx11G6j4x8qGruv2Bee3oPTFrJaKh6nisQtNtp2jcZO4CASsiVN5xT1DpYUdrISUeQJABtE2BPra98IibA15a07/7SYxCHEXuqGpM6tTNVHQypdiD6gsSPwwQ671am+UoIrSyqwYXtLkj8L2xp17Sgy9ClUDhjUBJi4Fx37m9/Q2xf6Ro+maSvWZxvBK7VDWBIMy6wZHF8PMkIYx16A6fKwnufEGh17KnpXq1OlTzCu0FqLKvN2JWBb5HFzRuoVpNVVm2eIIDXhfMCSYBMQCLeuBlfTJTNiiTzFx6EA/qOOgr+5vlhaW+f/ZxLi58Mwe+f369yXKY9edoJ1TUlKmi01cP5i25ZiCoWIYAyIn0uMX83qaiSa5qg2aKfm3AMGAWSu3y7p5ixjCjqnTYo5rwkJKmIJ+mC1TQybTTDt4qyCNo2ys7vPvmLGDtvbAmLD5GuJOvkfJI4cIDTaFaa6yiVqjO20NTqAc8mmwHHqSBgIcyPH3dt04M6e0l9oZwzhdik+5gEwBN+L+gvgNR6furinMSYnHRYY87qOtC/FWt4dmuiOal60j1qTIdwVKYJ9xTUEX9CCMNaalosKdU1QBTCHwzu3eTbIB27RuKyL9xOEnVOnRlHVQ2+VVpHEkTY9x798WE0r+Y/aPEEyAFBnkPM+nw29ZxK+KB8bDemw+aS+OJzQbTH0nVVN1emagpy0yZggAjbCgmZM+lsBNXdZRzSRG3eGILCYPmZpEgH9KLjtiHTemRVQ1ajFUBC+UAncQSLFltAN5xr17S/hOhViUqTtJEGxgyATFwe5xjI4GTaHX60hayFklWvdUdWp1aOXVGkrSAbmzbnMfcRjNP9Xp08rmEYwzIAovc+Ip/UCb4i1PpgZVaZDh967jFxMsLHuLc++Nul6UFXKVK5cAqLLNzdRcdhfn1EYcDDwRrpfjad+nw99LQ7ombVMwrNYbh+sYL5rrqDqJrKdyeKWkd13k9/UYFdA6N9orinuC+7GB//fbE+b06VzngKZ8+wE2/S2yeYwx/CLyHHWvBG8RlxvonfNakpANWNUOXVhsG7cN6kCSVC+WwMHtbEWU1JSr0VU1Vp7ZnduIJJa4CqeAYv62wMzOiUNNlR2NRASwKgL5AS0NvJPBjy39sCuhaV8ZKrFwvhqxibkgE2Hpa57Y5zYcMWF2bavl0UIihc0m17qHry1s3vUHbAF/ZQP1jG+pOto+d8Smdy2g3/ogd/fAXp3S/FrilIEmJJgfU9sWdTdDGVrGmG3C1/oD/AJ46Ajia5rOYB7tFZkjzBvYuif8AiTl/6D/euPccx/ez3xmJP8VhvVoeEzquidezE5CpYACogt6lXJvz9/0wDp1J6U9/51R/0PgT1/q+YqgCpx7KB+CgT9cVlqZj7OaY/kyQ0QOQCJ9eCcFFhi1gBI/daTHDTRZRL9zx/wA7Uep/yOA+ab85B9xiPpObq0qoelIdfaY+hxX8zP8A1sWiP9Vz+oA81Xw/fLr5Jz1Y9spP+xp/rbDQK6olBhdvCTkCwi0esyeRbHNeq1q7qniXCKEWwso4Fvn3vgn07UGaSjtX4Y7qpPEckE/jbHPlwpdG0AjS/FRyQWwUU+MyTmN36NSPqDUgG4ib3wva1zM5aieLuBA9Cv8A3OFjpXWcwlQlZJPMgH8GBE++Iuu9Qr1nHic9oAA+4AD8MZFgiyUEnQfalkeGLZBZ9XaP6hf8wyv/AB/t4YcnVVcrQblgrQCLRva/3jiIxz3PVcw1FEf4EnaIFtxk+/Pri/0TruZp09qce6q37Sn8MFLhS6MAEaEnvv7rZILZoUd6zUnqiTz5fxQHHSGxwdczWavvuXBw2V/3Rsyg86ifWB/piPG/8fJIGNYRoKXnREEVr6Km1iw/fBJ/7sMM1SqFzFRV5Y1d0gTPmJA5sCObHHK+s9WrV6njOIPrEenpbF5dW5l6Xhi4iJCrP/Nt3fWcUPwL3RsbeworzsM4gEet0V0hVnN1L2KVP8N8K7PGan+tjTp3VKtGoWpmHII4B+IFTY+xOK9UMrSQQecdFkJbIXdQB3WqmQ5Se0Jp/dAN6P8Ac0v2Bibpr/xXU/t0/wBmrhfz7164VnvtUKLAeVRA49seZPM1zSais7GIJEd1kC/P6R+/ChDUTWWNCEHDGQNvYp30gV+wsTeKi29TtexMiLTcYr62zM0sseJBi0cOw/ywrdL6rXyrQvfsQCPuII+uPOtZmvVbfU/AAfgIA+gwgYUifiXpd+FUk8D9W70RrWrzl8r/AHI/bfGaVf8AMszfimP8RMAszUr5hEDXWmu1bAQJJj7yecadPzVZFeklg4AYRyAQf1gG2HiH9LJfO/G07hjh5b5qbTTxm1j+kP1jDDVP8b//AJj/AImFALUoOG4YGRiTN5ys1TxnnczFp4uTJ498MkhzuzA7ikT4s5sHcLq7VlD11UcpWJMXsrH3iDPHPfChpWrL5i9vCqn/AKTgXV1VmKtLZyAIkKoMARdgs8epv3wL6ZnqqMwpm7qyNbswgi/riOLBuaxzSdTXgkMwxDSCVtlXjMz7nBj90I/nJ/4f2FwArZaojbiLnFvqXj1yatS5MSYA4AHA9gMXFo4jX3oBXkqMoztdareKfXGYr7W9DjMO0TsoXWc9lRVoE1G3sCsbpJUEObEn9KBI/q3xdo0PyopFttGVHhydpBiV2zwxmTxf3ws9T1NSpoQlTxC5UzBEbd/rzO6Z9vfF7+FdAlK5qGUKsKUN+iR5d3wiYmYi+PmzBNl2Na8vhy5LiCOTTTp9UM0k6pnmUKpmQCRcd5Hoe2KWl8mr566giDYj+oY/GMU9PdcRM6KlQwkmTE2g9hjToHX1o5vxCLQRz/VI59iZx0nxP9/KNS0d+qu4bxfw+yfauXNWg/jMahAWAx3FZZZIvYm4I5x7lqRRaaK5p0zTWQCYJIgnaDcng/jgN1DU1Gmj7anitUi8MsQwaTu5mDjejqWjVooWq7NigbCGNxFwRYbsc3gy5djV9OzooeHJWx9WiVHp4pvWakNjeIACttompIB7DgfQY2zPT0qVMuzxUJYbiZMjcggk8gCR6YDZDWdN6lUFjTFRiZuYEsdpAuZke1saZvV1KlVpBT4gptuJuN0spiCJERE++D4M+bbX8dVvDluvW/2R8UTUp1FqsWUIxVGJMQCAYmxUcT62xHkqJpU0FNjSB3bipIkh2AJg3IER3wMzepqKo1TxfEZ0KxDAgsOSxsYgCO+NMjqalVohXq+Htm0M0kljMDiAY9cBwZcu2l9Ow8lhjkrb1aKnpqpWqvTEMEBUqIIM07juCQT95wP1dRDZUO7b3DxJJJAAPl3TcTe1sV8trSmcw9ygYBQ1/LGy9rmdpsPXFHVPXKXgeFTfeS2+YIi0RB++cOihmErc18vLqmsjkzi1L1OsG6TThQIqMLDk7FufftPsMVf3OswBUddqksr3IuPybmx7Tx8sU63W6Z6ctKfOKrNEfolFEzxyDbFfR/VUoVt1Qwu17xNyjAfiRi0xO4Eja5lViN3DcO1V8u4XOAwCAwsRI+o9MMGslD5iiYAmnSsOANi2HsMKhzI8bf2mcGtRdbR6tJqZkLTpg2i6ooI+8HD3sJka4dCiex1trouhZGjDU6e7bSZafkk7WlFLDbP6R3SeL35xR6ZkvDps1LyuXUbgdp2lWkbuwJA+4Yq0NVUStOqahBphIpwxnYFsGiBuIn2m+KfR9WU2RqTPsBIO6CZAB8sC9yZni2ONwZqdp0vv8VzjHJroeaO5jptN6+XZgHLQXJHxS5F5uYED6DGVKJq0XFZy5CyFYkwdyjdzAPI9Yb0wCr6xpU61IKd60+Txu85bgi3MXnjE3UNSUUR2FXxWddvwsI8ytJLc/DEe/tjeBN7uh7O89y9w5OnqkXy1I01RUc0kKCYJALEsCYBuT5Qf9MaUenLTqZhqYCMG8pWxX8oQYPby2+WBuX1LRq0l3Vdm0RtIY35JtYTMfTEOS1pTerWBJpiqSQ1ztBYsQYuZ+G3rjODN72nx7/Fe4cmvrkVJrTLg5enUY733sCxubBPLu7gXiLXwP1LWD9OoEKqwXHlEcCnJ+Z7nEOrOu02pLRptvhmbdBHxBbQb228++KHU+s03yNKmD51ZywjgHZF+OxxdBC8NjJGzj3aqqKN9NJ6/ZENC1x4OYTasmk53RcAKbA+h74l0VlAa1dgPMqMUPdWBWCPQjAbSnVUoisHMbqVRRb9IrAH/AN4t6S1EtGs+4lQ4Khh+jJHmtcx6DDJ43/q5RvSOVj7fScup5MVaE1G3uGABJ3FRtcwGmINjAxdp0fynhliKMqBTk7SDB27Z4Jm/GFjqupqVOnspvvLMGmCNsBhEHnmZxeOqqB21zUusEUobt+iGjaPWeL45hgmy7Gta0+HLkohHJpp0+qq/vTTxmAf8Jl9ce4s4M/ag4E/agmR6cKmZFIsFG6NxmB7mJMYv6j0+KGY8JGLLa5/sg/54oU3jNE/1jhl1U4GeWfRf8NMXPe4StF6Ufouo97w4V0Vynoal/JS3jWE22SYIv8UQfTnFLpOj6YUvVLRu2gLEzAPe0R9cOy5lRm0C8sVDGb3AkRPEbe025jFDK5hDlyTfziBMAnaJBuDEemOQMVNR13rxtc8zyai+qWK+iAayhWOxgWG7kAbuYtPlPFrjE3UNIUmpFqJfyxO+BIJAEbZve84aUzgarS3GS1Jj2mPyo/UMQ/bl8KoFMINh59XAk35j0tjfaprHZXmQvHESdevkl/K6Moqiq5fxGUMNsR5x5Zm8zzH0xXyeilWpU8YkrTbadvJJLARNole8YbqmaVWolfiKU7z2IAEX7gkGQfbGprpOZns8fXdUifb8cYMXNR7fuve0Sa6+qSPqTTS09j0ydjEiGiQRE8W72xFqPTSZejSdH371JMccxAsD8/fB3Web3Zajf9JwL8BSkD6YH6necjlv7Lf4hxdDLIRHZ5kearikecuvrRU9PaZSvl6tRnhkQsFHJIj2jb63njEWnNPCs7lydlMbjHJG5RabTLDn3wR0Q/5DMif5h/2kxc0M6/nG422GYifjp+tsFLNI3iUdqpFJI8Z9VQ1FpamlMVKRbbu2kNEzE9rRH1nFfqOlkp5NKyvuZiZA4FlMG3xX+WGTU+d3ZE3ECrtABmPLPz+/AnMvPS0v/ON+zTwEMspa2z/KvBLileWjVadA0tSaitSsW85IUIBbbEzu/tCI98bNoceORu/JhfE99u3dHpu2/Se+D3Rq6DJUieZfbeB/Nz3mRaO1r4JDMq1Zt55objETBpCfbEz8VMHuI7fApLp5M51Sf1zSlMUDUoloQgMHifNMRttFjM+2KY0un2E1w8vIG0dgd/xW58to98NfWc2Dkq4B8qskX9d/64nAHJP/ABXVv/OU/wBmrh8U0pZqf5AfLRMileWA3zVXTWmkqUzVqltu7YAsTMT3tEA+8xiPUOmlpOhVjscSJ5Aki8WmQeO0YY9KVUGSlr/lBF7Ttbm4MRPF8VNb5vcuXJMkpz8qlQY1s8hxGXlZHgtErzKRaCaq02mVWkUffvTcSOJ3MLWBi3f3xv0nTCVMpUrF/MokKOfiUSbcX7GZxb1q85fK/wByP26mM0q/5lmb8Ux/iJhokk4Adet/Wk7O/hXfNUdM6dWsHeqTsSAYiTJgRNueZxPqTS6U1R6ZOxiR5okFds8WjzCPkcF9EVU8Cvu4BXiOdxjntONtY5vdlKV/0nUX4A8O2FGeT2nLyuvC0kzP41WgPXNLpRytKqr7i87o4EbbcTN7/hjXTWmkzFKo7PBRWIXuSAT6RFr3wR6889My9+9X9aYg0K9qwn+Zq/sHDeJJ7O516gnzTs7+ETetoD07pwqZgUiwUTG5pgfOJMYI6h06KOZ8JGJW1z8gf88Dss0ZmZ7nDRqhwOoCf6v7C4dI9wkAB0o/RFJI4OFdFb/8Km/2if8AV/8AHHuOiY9x85/lMR18EriO6rg+d6RWosC6MpNxKkT94xazXTs3WHjurtad5UxAEfFEWAj6Y6Fm8orZc7jubet+Y8rxDSee4tce2L1PLRmFDSELJtWLH4bbZA2kzJgi/vjqn/kdLrUX6CX7YTWmq5rldQZt6fgIXKxG0fOePnfFTpuoMxQc+GzBjYxhp0nX2Z9kUDzW4B97HsbcjCnXeM0DHcYtYWuc5mUVQPxtUMc1xIy8rUnUc/mBVFSpuDN5gT39/fjnBPN5rPZukGbxHUSZgkT3uBgjrap4hyzECWpIbAAXLcAWA9hhkoZaEoySiGknHcxe0iTxP44lkxIaxj8ovX5UkvmAaCG6pG6T1bObTQpF4MyqgmZEGw9sV6WZzeVrT50f5EGD8/XHQhkAGrlFg+ID5RECak3HA49Bxjc5RGfLk+Y7pJYc+ZJB5kD9WFHGsBPuCjv3Wl+0i/26fmlzzr2XzdT8rXWoZi7KR2tcj0xDSyOazFJVCu6U5CgKSBJkiw7m+OjnK+SqtQmdhhTeBIvc2IHFuDjwZTbTpQdibTuItPnb3G5gO3MD2xox9NADRpt02WjFkCsq5bk8xWpFkQld6lWA7qYkH2sPuxvlszWy1aRuSoD8iD/rht69VFHqRZVW3baCPhH6JEYh1LSDdUI/rn9eLG4gPq26Ft/hU8e9xyQvrS5yugqVRUKgCGKmI7XiIk4GUXr1afhLuZFJbaBMGLmPkPuGOrvloq1Q0gflSqRaPNHlmwiCDEWtxhW0bX216yACClTsJsjmx5H05xNFi7jcQ0e7qlRz6H3dkr9H1BmMuStJmWYkA+nGNc1n8xTrCo+5XJDgn3uD9eZxmWrbM4GgWYG4n8DbBn90KpuqU2tJp0yYEc017CwHti4kCUDKPeGpVFjOBW4Q3qvVs1maYeoXZFtJ4E3ifePwxB01MxVpmjS3MpIYqoJusgGB6bjf3wzZXNbukspAhXUWA7rUNzyfri7o/Kn7EStj4iy3EDa3LdlmPbEz8QI4z7oFGvylOmyNNNSnkM1msnUKruRuD2PY97+hx717KZtj4tdXknllIv8AMjmMdGfJoa2WMBuJJHPnaZ5n0v2GNEys03WoSWC/C1486CbmQfpMN74mGPGYOy68+vRI9ro5sq50en5vMU1JV3SmNq+UkACTEge5P1xD0unmDvpUg3nEMqgmQCG4HYET9MdLXLbVp3KJ4Ykr6iZtIk8T3jHp6eA+YKLB3j4RG0BmmI4Ec9sF/kBRFDs71vtnLL63XN8uczk6ogOj/Ig3+fqMWOu0s3VUVawqEQPMyn6XiPlh/rZRGNAnzHeZJHo1ORMmQO3zxI+W/llf+hU2qbx5W7E+WBBFvlgTjxYflF/mlntVuBy6rlivXrUhTG5kp7mA52zG4/gJOIchm6tMkUyQWBUx3BsR8iMOWlM1CZmmAI8OoTYTYevMX474Wek5nw85uABhjyAR9xscdFsll7cu3jasbLYdptqh9fL1KbwylW9CL/dgpnen5uqPHdXbg7ypi0AeaI7AYN6tTd1A/P8A/UYdxlozLBrIWO1Ox9PJMbeTMRI+6WbHZGsfWpF+WiTJiSK0XI/ttb3+7GYcv3vp+mMwftTP6qb29n9FD1XVdJE2UmL7mDEldsQGERuaZ3TMjjF0axoHbWLNvUqwp7bSsQN++YMc7bTxhU1h0anl6qimSVKoZPeUUk+wk8dsXG05S/e/xgxNTcAeQACHP1JgGRxfC+BAWNdrr9eqfwYQ0H1oq3QOvpTzgq1J2yZgSYg++A1fMzV3e4wZ0T0Slma4SqSBPA5PsDePmbWx50rToq5vwpgXP3KT/livPEx7uoAv4aqm42OPwW2oOvpVGX2TNOkitIjzKWmL8XwwZbVNB6Kb3ZWRQu0JuB2jmd4iTzYx748z2lKFWkWoqyFIJ3MGkEgACFWCJme+NsppegtNVdHZ2UMCrgAbhYQUJJB5vf2xC9+HcwDXQ9lqN74XNAUOR1qj1KoeUWo26QN0XYxErIO7me2MzWtKdOpSFOXWm26SNu6SDES0cRMnAzJaWT7caFR4UMVkA3hot6T6njAfrfT1pZlkX4dxA+UkYc2DDvfQ6X2dExsMLnadPynDO6qorTZkdnd12wUiJgzO9pggCIE48ymq6NWkoquyFQRZN0ySZu6wbxF+MCNRacpUstQemxYuDuPAsQLA3tx74J9F05QWgjVVdzUBYbXCwAxUgyrSTEzhBZhxGHa79l6afBKcyFrLQDrGoRWzZqxAPbnsBiTrmoUqZ5qyTtLkiRBj35wZpaKRK7l/MiAMQLEglRAJBg+bkjscQam01SFIVaQKDdtIY7jMTMhRbgRihssGZrR0rvThJCXAInX1fQg1tzFyGPhlbDeCCN+8mBNjtvA4wtab6+lGu71JhkqCwm7IwHf1IxY6hpyknT0rKSXLEH0A2gx7nvItfEOjuhUswW8RiIDQBNyFY88DgG/yxjWQMieda2PyWsbEGE9qB/avy2/3nBPVPWErsmyYWnTUz6qiqfpIOKVDJKcyKZMLugn0HywW1R0CnRqotIkhlQye5Kgkx2F+MVucziNvejSeXRhzfgo8n1xFyL0TO8uhFrQFcG/r5hgjpXUtNKJo1CVBbduA3cAiNu5bXmZ7cYKZTSVDYtJlY1HCw4YBQaiqR5dpJ27r3vB4xX6bpCmm96oLqG2BVO0yQSDJBt5TaO49MQvlge1wN73/AK/KkfLC4OBXmY1qiVqWwbkpdzYt5i1xJi5jk8Ylz2qqNNGNN2qMy7fMm2BKtM72kysRbnm2BOpdNpTemySEqXAJkgAkXMCeJ44IxpqjTtOitE0mLb1kniTuYWBuBYC/vjzYsO7JV6/TXX8LwjhdSNUNU0KlJfEdkKrtgJuBjvJdYJPaDx3xFk9bI9WqHlFqNulRui5MRKyDMcjEnTdM0FpKKiO7OgeVcKAGkAQUMkEG898RZPRaJVqGp5lpmCFMFpYrYkGLwbg2t74VWG94G+zbry+fVL/Q1Xmd1jTR6Ypy6oxYkjbMlSREtEbeZ74s5zVlEI7qzM7qylSsAb1IPm3mdvAsJjtit1XR1Nij05VWbbBO4iNsmQAI83Edji3mNJUGRqaqwqIGlywIOwEny7ARMWvaRzjP/Gpp17frfz6L36GiWtP9eSl42+fPTdRA/SYW+mA1HMxV3+5w79L0tQpoDWVnLzG1gsbTBmVaZtHEYjTRKDMNN0RfEI4JEK20GLGGiY7cYrGJhDnH1p0VAnhs9qC6h6+lXNmrTnbIiRB4A4+eGl9Z0CfH3Nvnd4e23pHibpiDPw82jvil1fSVJqfiUlKBTtIZtxJIYyCFAFhEe+Li6QoR4G1vEsvibvLJi+zbMAHjdiaR+Gcxt3pp8udpL3wvDUsfwk+eMxF/B7/ucZiz9Bblwyua+b8pT/uqX+EmLOUf+Knv/OoP+ipgP13oeZQqawYkgRJkwLDubCIxPT05m/sxYBvCPnIm1pExPIkjjvjA1giYMw0IVBa3IBfNTfudt+fUx6uMX9K5hRnzuIAhuSB+i3c/dhZ6Pkq5qgUNwqA22mDPscVlZxUt8U4OSESOfru2vNE+IPcTa6uc5tpVN3kWF2g2nzr7CWC8kCYHpj37V5KbU5nYssp4+oHlIHN/oMc967nM3CCu1QhhuXcxMg9xJPMfhgj0nK585cmk1QU78OQOL2kdsc52CAbmLhv8uiiOGpoOZWXzAPV7EEeNYg2I8TADVR/O3/tt+0ca9M6RmKlb8mDvFwQYNrzPtiPrXSq1KoRWB3G5m5veZ98dGNjGSAZuVKyNrWvGvJMeoKg+wZX5VP28MPT8z+a0SgLMFa632+duwEhu4Mj5d8c7z+VzC0aZqbvDM7JNufNA7X5wY03lc8aZ+zmoFkfC0X7dxfEsuHaYh7w0cT2ak6JEkIMehTt9tRqtYE7jsFgwkmafBgyZvweDgRqvN/mcNY+IYU2gFeynhZ9LYSqVXMJX8rMKgMyCQfvxv16tmWq+HXLlxaGJJHtc4yPBBsjSHdqxuGp4N9qO5h/4pW/88w/9tMVP3P2/Lkf1X/wnxXraczYywJDeF8cTa8CYnkiBMYH9HyVdnPg7gwDfCYMBTu/6Z+k4oyNMT2hw1v5WntY3I4XzWjt+cz/Wwy6tqAVqB/3dE/8AtrhQWkxeP0pxb6vQrIy+Nunau2TPlgbfptiB6Ye+MF7TewKN0QJaL5LqtDNDfSZeIo7nm1lQHzAWAEhgSeLxEYiy+cVqb7YZhVECx43XKwZXt25F/Xn+XzmcXKkqz+CPKYYx5gbRMXg/jjNNJmncmgX3QZKtBiRN5FpjHLOAABJcNPWqiOF3OZHtcZqUy4J8wUyCbjztAM3Fo57Yq6nqDwMp/dz/AO7UwF6zkcwa5FXcXm8mTwOTftGJus6fzVOmrVQ21fKsmY5MC9hyfriuOJjAwZhzPxu/untjaA0Zk+0c1+SpGmCSKayymYubWHlPrfgxF8SJnEZ8yAQx3GACL/lCQRYyByYHH34590vOZxaD+E1QU1u21iAJIWSAfkPuxB0AZh6w8EtvvEGDwZvbtOJTgR7xLhp/vVJOF3Obb/S6Jm8+NlIOQD4jeU22j8nHlPC8x2sYxYq5vbUqESqEVSTNm8jR5oAIJjaL82JnHONRpmkqA1y26BdjJjteTg/kei57M5dZqP4ZFgXMW4tPbCn4VjGBzngA349EBw4aA7MmGnmw1JCksw3XUztv6ASG7gyOO+JEzyGvUBYMTSFtwkkpTkA380+xMg2wm9QyGc6ckioyqx/RYiY+R7T+OKXRul5uuxq0txIIMgwZ5BmZn3wQwjHNLw8ZdaK8MOKvNonnOZ6KBDnb51heLbHkhT2nkgcn1OLozUV1K2Usu55sRafMAAF9QSRIxy/qmbzNSoEqM7MthuYmPvOJM/1PN0F8Co7qIjZuMQYMRMRefrg/8fYAzCzaMYQ6U7VFft4xmFaKnvjMXezDqmexjquq1sun2ZlF/Os2gfC8dgeLGfpbF5csozas3JZCsRc+UAzHEi9wcJHVdZUwmyiGgkMxYgmQGAiABEHuPTF1db0oFUq3iqQwuNm5Yi0bogCb+uOScLNV1vfjSkEEgo10+q10rmimfZFMB7H3HMH6jClmKkZoH3GLXQ9QClmhWZSwkmBzwcCq+Zmpu+WOvHEWyEkbgDzXQjiIcb6J01pWNQ5ZmMlqSEk9yS2GNMooWgzjy+EgERJgdrHj3j2xz7ruoBWFDapHh01Qz3Kzce18Hcpq+iaK+Ir70UKNpAHlFpBBM+t/lGIZcPJwmho2tTSwvyDRND5PccxA/nAzfQ1JP44A6zCjL0dvYv8AfKz2FsD8jrYNUqeKp2u287bEHzG0yI8x/DA/VGolqhadMEIkkbonzRMkQIkWtgYcLK2Vubl9qQxQPEgserRfVWZNTJZVmMkhhJ9AwA/DBvJZRfstBm+AKwPHd2MDm8T7YRuqahFTLUKQUg090k8Hc0iPkMGOk6tpeAqVg/kBA2ECxJJncDeTaMHJh5BEA0bOPcbRSwP4dUrOoM0afUVdCQYWD3+Af5Yi1Gk9TP8AbOF/qvXzWzPix6C3sAP8sS9a1EKubNZVKgtIB5w9mHcMumuWvJN4L/D7rpL5YLmKpb4m8VliO4e5MdwTwZtfCto7NFa9dAYVkqSPWEcj8ce1tbUtpqBW8UhjcjZLzutG6LmL+mF3T2oBRrO7KWDK6wP6yMo+6ZxLFhpOE8OG4HhaTHC+naKtlq5TOBhYhwR88Gv3QqpapTY3Jp0yT6k01Jwsfafyu/3nBHUvWhmGQhSoWmi39VQKT8iROOm6M8Vjq2BVvDOdp7Ew5TOF+kspJIV1AHpK1CcENJ5XdkW4gVVYk3jysJjnv2BOFHK9fC5N6EHczqwPYAK4I/6h92L+mNULTpmlVBKzu8sAyAQLmREE9vTEc0D8jg0fytTSwuyu09ap7FJfFypUfDEcf7Rp/GcU6uVVKFdT8fhEHiI30+bXMwbEj64WczrgLWpmmvkp/DuuSJLeaI7k8RaMb9U1dR8JlpB9zrsO8g+WVNoAvKj6TiNuEmBHrmSpxh5LGnqlN0DOMcjmUnyqA0dpNRBP3Yl0Plt2XzHvsJ+SvOFrpOoBSoV6ZUk1FAB9CHVr/QRifS+phR3o4JR4mObGRBNuYmRxi2aB5a/KNyD5Kl8L8rtPWqZdYUlGTpgdqj/KYpzAgEDjm+G7TQ/NafyxzDUuplqotKkCEVi3mIJlgs3ECPKIt64atO66oJl0R9wZRf0xzsVhZThmtAs2SlcNzWgketFb/dHH5uPr+tMV+l5QfZKBb4RvB+pmO9z93rgTrfV1LMUlSlJiZP8Ay/6YqdF1bSFFadYP5JjYQOTJmQfpGDiw0owzRWoJ+PNY+J7ozQ5/ZW9SZnw89TdJBC04PcQix9YjAr90RpzRPy/ZXFDrXXjVzAqRAAAHyUBR9YAn3xpqfrAzNY1FUqDFj7KB/ljpQQuY5hI2FeSqiicHNJ9bqH7ace4oeNjMXZVTw1mY5wRX+SxmMxjtghfsFD0zk4ir/wApj3GY3mvfzKn6h8IxvlP5I4zGYA7JR/8AX81WyPx416j8WPcZgh+5O/8AooavwjGUeDjMZg+SZyW2S+MYsdS+IYzGYE/uSz+9TP8AyWI+m98ZjMANilfxPxUH859cTdS4GPcZg+YTP5NVMfBifpfJxmMx52xRv/aVHn/jxpmOBjMZjw5LW7BZT+E40o8jHuMwR5ouRWVPiwSzH8ljMZgHckmT+K06bxiCl/K4zGYzqs/k5SdT5GJv5r6YzGY3kEJ/a1C8ZjMZh6tX/9k="/>
          <p:cNvSpPr>
            <a:spLocks noChangeAspect="1" noChangeArrowheads="1"/>
          </p:cNvSpPr>
          <p:nvPr/>
        </p:nvSpPr>
        <p:spPr bwMode="auto">
          <a:xfrm>
            <a:off x="63500" y="-746125"/>
            <a:ext cx="1562100" cy="1562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4" name="AutoShape 4" descr="data:image/jpeg;base64,/9j/4AAQSkZJRgABAQAAAQABAAD/2wCEAAkGBhQSEBUUExQWFRUWGB0YGBgYGSAfIBsbHR4cISAgIBogHiYgIR0kHyAdIi8gJCgpLiwsHB8xNTAsNSYrLCkBCQoKDgwOGg8PGjUkHyQuLS0wNCwyKiwsLCwsLyksLCouLCwsLCwyLywyNCwvKjQsLCwsLCwsLC8sLCwsLCwsLP/AABEIAOEA4QMBIgACEQEDEQH/xAAbAAACAgMBAAAAAAAAAAAAAAAFBgMEAAIHAf/EAEoQAAIBAgUCBAMDBQ0GBgMAAAECEQMhAAQGEjEFQRMiUWEycYEUkaEjJEKxsgcVFiUzQ1JicnOzwdFTY4KSovAXNJOj0uGDwvH/xAAaAQADAQEBAQAAAAAAAAAAAAACAwQBBQAG/8QANhEAAQQABAMFBwQCAgMAAAAAAQACAxEEEiExE0FRYZGhsfAUInGBwdHhIzJCUhXxBWIkM0P/2gAMAwEAAhEDEQA/AOe9W1oGXbSTYpIZhu3SRIBkiRYmwxZXXy7A5p/lhBD7rbhwdm3baBb2wP13k6dOsvhrtUohj5opv7nkn1xe+wUD0vcqecOoZjH9GoYFrCwkXuMcoMhMbHZd/r1XNyRBrTSBdG1AaOZFYruvMTE2I5wNqZkmpu+X4YZP3PcpSqZkLVTfJAAPEz3EXHNvlj3oXRqdTOlWB2+Y29lYj8QMUOlZG92mwHdqnl7GOIrkh/W+utWFEbNvh01T57Zv7TPGDWS1kvggVKRdlXaG3kQALWAgx7898Hsz0RK9BmamibYjYoW5KzIkkiDbi+Nsn0ZFRKa0qbb0DEuomWF4YkQB2/zxC/EQOZRbsev1UTponNAIStkNbsKjmqu9XO5hO2TeDIEi5NhjM7rg+IhpLsVDKid0GQSZIvcAwcW8l0egnUjTdSybyAJH9KBNrj1sJ9sL+osuqZtgoAG42HHxHFLGQvk0byvs7k9jInO0HJHM9rdDTIp0yjsIZt5aQeRBECTBkcRj3puswae2rSNTbYQxWBJJFhe5Jk491T06iMpl2pJtkNJMEkhgLkAe8e2C/Q+lIlCltp03aoCT4ig3DMogyIEATOEOMDYry8zz10vmku4IZdJIz/XHrZg1Wux5tHaOBiXrHX2q5o19uwlt23mPr3w6DTFKnXqMFB2KGVWgjdKAyO48xt8sVNV9GQ5dapREO6BsAAKgE3AJMz+HbDGYmEuaAOVd/JMbPGXAUqVbXilCwpxWIMvum7TuOyNt5Nu0+2AXQ9QGhVZ9u7crrEx8SlZmDxM4O9T6fR/exHRIfeQzWknaDa1lvx6zitoLKUajOKibm2tt4gQjG4i/txeME3hNie4N01B+SNvDDCa5pY+0nxN/eZxf6/1v7Qynbt2oiRM/AoWfrE40oUUGbCsJTcJA9MHdYdNpCtTFNdqslMx80U39z3OKnPaJGgjWinGRgc3TkhOV62y5R6Owncytu9NoYREd934Yu6a1P4KGm6b0J3bQdvm4BkCeCbcXw45HolPyURTQqypLFRu86KzQx7iTFvTnFbI6fp0Q7hFY+JtAYSNpDHj1kC/ubXxz34qBwc0t319dFG/EREEEJczetn8ZGRdi0/gXmLk8kXuSb+uJ+oa2TYRSpFGYQTvLSsgxcWuAZHp74n1h0VEak+0KXEsFjb8RAgDgQB3N5+WIdYdOohKBpJtDJ3gk+dxJIAk29OIwbOA/IQ3e/Dr1RDgmtFtktZqaQFSkXZRAIcrA7CALwZuecV+n61bxXNRd4c7mE7ZNzMgWuZgfLDJ0zpKJTpotKm29AxLqCZMzBJAAtYY0y+mqVKpWYKG2NCBoIu5XzC02v2vfCeLhxmGX1fglF8IvRL3UdZt4ieGuxUO4Cd1zBJkiT8IsfT3xZzutR4R2UitRlKs+4mQwIbykQJntx2wY6ppynUFKoUVSzQQoAG0bIteDczPtbFqr0RKi1KfhUwqBvMFAbyhtt5vJAmBe/GB42Gppy7ffxXuJDp7qQeidcaj4vkLb0ZPlu7/T0wMpVyKm7vOOk9O6MlJEC00cuWneoMQ0CLiBe8+mPBpakuYqNtnYm8LYjcFQwR3WSRHpF8U+2xBzjXoaJoxUdnTdJPXOutWzBq7dkwYmewHMD0wwtrvyeJ4Z8bnxN1p9dm3bxaPrgr1boCVaPiFEUhoGwAAiGJkSTMgQbWxdpdCplvA8JNggFoG/aYJO6fiv6fTCH4jDuaLbt5fVA6aJwApc4/hA2MwV/eNfbGYt4kPRFxIP6rTXeYVqqbSD+TpcGf5pMWMpml/etxInxUtN/gqduYxV6to56ahlZai2BKyQCZgGVFyAT9MWU0G/hxvXxP8AZy26TwI2xJtF+4wGaERsbm2Pkm5o8gF81W/c/rqudp7iANwuTA+84t6a6olPPbmIAg35/RIH42wK6LparmKjIliokk8Aep9sDfsjCrs/SnDXxxyueL3FHxTHMY9xN8l1HO9RFGnUNRlG4AKFZWFnUkDaTtAEx29MepnRVpIyFNqoAx3KpkXIILAmO1vlhB1D0Gtlyi1TdlBj0mRB97YJZDSVQ0QTVRCwkKxaSCJBEKRB7X+7HPOGiDA7Pz/Cidh2Bt5lsepI/Vd4YbTWkE2sXsb8W9cBdUVQc05Bkb2uP7RxcyOj6jVGDkUwhhmaYBvYwCZMHt2xX65pl6DAyGVuGWYMRPIBtPpi+MxNkADtapVsMYeKPJFuvZtfsOVAIJ/KWm48/cdsMXSc74uUprTKSoIaWVSCWYgSzCQRB9PXCP1jTFXL0qbv/OCQO4FufnMjm2L/AEXSrvSDGolMN8O8sJEkEiFNgQRieWKIxA5uZPmlSxxmP9ybsv16m1eoqlSSoVd3BPkkGYA4YybWwL1dnQmW2MwLs+6Awby7SJLAkTPYmcKo09WGZ8EA7zwO5tP6r406x0arTzBosdzAxI4/yxjMLE2QEO5X3LGwMDgc3ajNfNL+9SiRPjNab/yaduY98VtB11Wv5iB5X5Mfzb+uJquhHFMw6lwL0xu3AjkRtiRBm/Y4G9E0tVzBfZYICWJ4AAJ/GIHvh1wmJ4zaG77LTW8PI4Aqi9UfaJ7Thi1XnV8WiQQYpUpgz/Nrhay/T2esKS3YmB8zi31/oL5VwlQ3IB+UgGD7ib++HuawyNBOtFNLGEtF8l0uj1EMKVRWUUlFMsdygnYF3Sm7cxWGAtxxM4g6d1lKi1ERl379wkhYUT5gxIAMkDmbnCKmn64ynjzCEwPf4uPYbTP0x7p3T1SsC+4IgMbmmN3IFgbkSeOxxzTg4g0nNsonYdlF2ZF9bZ9Yo09wLICGggwS7EXFjYjgnFfU2cXwcpBBineDx+Uqc+mKee0jW8ZUHn3/AAlZhrxaQDzI4FxiXqWjGSkXSolTaJIQsYFhJlRaSB9RimMQtDBm6+NprREA0WnDK53xaFM0ykKgDEsqmRcg7mBIFiLRPF8ZlOvU3q11RlJdjs3WBG8mZMAELcTF8I+Q07XbLPWBhEtfuZAge/mB+WItP9DqV2Yhtqr8TGYE8TAJubC3OEHCRU63beHPVLOHZqcyeeodXWmKaO4L72ZoO6zbIO4Egmx7k+uLecz4BaqWQUyHiGXl0YKdgYkEys2+cRjn+odPVKMNuDqTAZZiREi4BkSO3fDJ0XQRrUFd6kbu3/YwmSGCOMPc/TXxSzCwNBBRbJdRFagoplJE7pZVIk2EswkEcgSPXHmX6/S+0uoZSSgUTwX2osGbRINza3OFnVGkWydMMjyDNvlH+uKnRtJvVQVGqLTn4S5YTHMQp4POCEEDmGQO903S0QR5cxKbep9TFKkVqMCzOpHmDSoVxdgSOYscEG6gpdKwZBSBViQwkgG5KTuLc9pjHNsz0GscwKJksY2j1kSI+Yg/XEXXenVcrUNJ2mPT5A+mGexRuoB2p1+SNuGaaAdqif76D1H34zAD7A2PcXezsTvZo+q6pVdfs7ADh1ueTKv9LXAjF0bVzScMWZBF/KfL8ri0cjHOerawZwFRBTWQSF3QSJgncxMgEi2Lq60qeGG8NTUFxUltwI4Mbtsi36PbHKOBlq+t+NKP2V4ons+qsaaq/wAYwOJP6jhWzTxmQfcYl6N1ipSzAqqoZgZg8d8D6rsakkXx1o4i2QnsA81fHFlcfgnLVrT9k/uqf62wzptVaLGG/JINt/Tvx9IPa+Ob9Y6vVqiluUL4aKgI7hZgn3vgvkdXOKIDUlcqIDHdIAEDhgLdrffiGXCvMbQOV+KmkgcWCk7NSUmvJA/KAn3INS3HJwv60rD7PRIAF2H3Fb37nADpurqoqMXXxA53MrTBN7naQZknv3xV1F196xVdoRVmFEwJieSTcgd8ZDg3slBOw+1LI8M5sgv1raOaiecjlZ/r/t4YckFGVoMYMK3lvfzse0W7G8453n+uvUoUqRUAU90Hudxm+CfSdYFKQR6a1Atl3brAkkjystiSTg5cK8xgD+xPyN/dFJh3mOgiWqa0Z8RAsv7K491CJ6mR/XOFbN9XqVq/iGS3/YH4QMS9X6zUqZg1mUKxO6Bx9OcPZh3Nyjo2vJM4B27PuupVNq16gsxbxT38phz7X5B5HphR0jU/Oao7bKv+G+K1bWVQ0yRSUVCDNSW3En4jG7bJkz5e54wE6H1epRqM6qGJVlMzHmUqeO4BxLFhHiN4O5Fd1pUcBp1qJHjNz/Wwa183mpf3VL/DXC1vbxJi8zi713qdSsVLqF2oqCJ/QUKD8zGOiYyZGu6Aqvh++09iYun1J6W/94n7FXBXSVNTkTJgCoptz8LC3vBm/phIy/W3XLNRCjazK09xtDD5R5j+GLunNRvRUoVFRCZ2mYnifKQZAkc9ziSbDPLHV1vySJYHFpXRg6tUyxAA4j/1GHf78U6xVaFZRDRTJ3X43oIHtwbiZ9sJGc1fV8ZWUbAnwKJhbzaZPMm5POJeqaxL0yiUlp7hDFd11sY8zG0gG17DEjcBICPXO1OMK+wfWyv6eqzlM17Kv+ImLeh6YOXzEkD4T9zTHzPGFHp3W3pUqqBQRUABJm0MGt9R92JOgaiegSI3K3xKZgxxMEGxvY4tmwz3NeBzIPdSpfh3EOpOOsKinJ04HFRx7mBTub8/K2GzTX/laXyxybr+pWrwgUIgMhRMSYk3JMmB37YY+ja+ajQVGpghe8H/AOQxz8TgZXYdrGjWye9K4TmNF+tkd/dH/wDLj6/rTEPS0UZSgxItute95+6bG8+mFjU2r2zlMKqQBPAPePc+mK/R9WNTQU3pipt+ENutPMbWXn3wUWDlbh2sO4JPmsdC5zD66IlqyvGcQgASiW/4Ftgf+6Gfzk/8P7C4E9V6pUqVvEcXsB7ACAPoAB9Me9c6hUzNQ1WWJiw4sAO/yx0YYCwsvkK8lTHFlc13rmoftDeuMxS3nHuLMqq4YThrTKKc4oVQoKpYD/drhxpdPG4UNqijKrBVZIaCQH27tx80Xn04wkas6ohzasjBgFS4Mj+TUH7jI+mHD9+qbFK/i0wilW2blDwpEjaOWsYk+mOFO1/Cj+Hjy+a5UofTfXVVel9NFFd1NQWZyplQ3l2g2BBEz3F8SV+g0nzCMwBLJubaRBMVLjbAAstha2K/SOupVptTDohDSS5ABEACCQTM+kW79sY2pqVPMU1LbtibSywQW/KXF7jzDn3thRbNmdW9FIAktW810/x6DGqqyoUrCqt2ZQTCgSsSL2njHuTyexEpoECsiliyqbsIPmKkiewnnjFfP9XShTfdVpuXgAU2BghwxkACBExA+gxvS6qlWijCrTUIoBDMFaQJPaSD2k/QYDLJl/62sqSufoleZboyUalVqajcHCpIDQCXBEMCCYAub4Fa1yK7KVUhd5ndtgC20AQAACLzb54I5HUtOq9ZVZU3sWBeANssbkzDXER73GAmtOpJ4dOkGDspYkqZXzbSIPtBnFELZeO3Nv8ASvunRCTiC/Wq91bSpnJZdkQLZ+L/AKQkzz/pjTRi02y9cFAW8NzuJ4Fu3H15GK3X+oo2RyyqwLAVJANx57SO0i+I9I59ESuGYLNFwJPJO2APfnFeR3s5Gu581Vldwvmrujciu6tUgFkEpIBAO9RwQQbE2OGHrHShVRWqBd4YrYBYAEwVUATPrfC7ovrCo9VCwUuIUtG0Hcp80yIgHsbxgz1XrVOioQurktulG3AAiIJ9ZvHocTziTj6ehSlmEmfRGP3tUu1Aovggso8qgwtwBUjcW4PMx7YpdN6aKNNTTUFmZg0qGsoQiAwIESxJH14xNV63T3faPFTZc7AV3wZABQd7gm5MdzAxU6Z1tK1EIKiIVYklyADIUCDc9jIt25xGGy5ddtL+Ov4SSH61fNSVeg0xmQwUE+GXtcF9heR227u0RFojEOociKuVZ6gXcu3bCqpAaSSQoFiAsE+8Y8GqKQzKruFk8PdYjcEKTJsUkzJ7du2K+pOpJTy9RfER2qFduxgQNu6Z4idwiB2PEYcxsvEZm7PPVMaJM4VCjSpt0toQBg6y3JPlqR8vpzi3ozIBcuaiKDUNQIJUN5SCSApBEyBeJ+/AfI9RQdOqKWG7xEhZuRtqSY9BI+8YK6O6uhy7Ud6o24NLkAQAe5khpI47A3xVM14jfX9vDRPka8MPx+601nkEU0ahA3OJYiIJ3ECABAsAIA5BxV1xTp+Dl2RAgKWAv+m45Nz9cZrTqqHwqYYMaYIYgyCSxax7iCB2vipqnPo+XyyqwJFO4B4PiVDB9DBB+uDga+oiep7taRRNd7pV/TaU26fXGwbgqy3t4iWjt8xftgJpTZ9qG9QwngmO9vxvi9pvqCJlMyrMAxRYBNz+UQ29bSfpgP0PMBcyrEwNwv8AXDww/qj1sE7K730f6tkEbqjLAjxTIFv0/bjDfVyIcPSYL4ahwo2qCdgO2GC7jHlJvxzzhM6n1amOpvUBDJ4rGRcEbyZH0w2Zzq6DdWNWmVYPCqy7vOrBZUQJEifrzjn4hslMrp4qSUP91a9OyPg018NV824uWVW+EwD5gYABM9vXHh6HTSvUqKo3KoZeCNx8OTBsQSzWIi49BjTp/WUr0QBUpoVJneQskm0GCYjnjtzjWhqemcw6hgNyqgZo2yAgJMyNvla8HtbCamt3XW+/7eCQBJ28vJSdZ6WKtIM4XeGiwCwIJgqoF5ve8YIDpqlzQ2r4AYqBtUEgXjxI3FpvzMT2wG6t1lKKBTUR2LbvI24AbSIJ9ZvGCT9bpl/tHiJsmdm5d8XAGz1vNzx37YW5suQVtrXx5UvAP035Ja/eBPbHuK38IF9fxxmOlUyDLP2oP0fTxr1mSYCAlj6KvJjvA7d8Geq6QK091KoWUEBvLtgmYsSZsDfti3ocA164YwNlSTE2i9sMdSsPs7iIAdOY7q83j2t6YCfFSNlobCvFVzYh4dp0SxQ0MAu3xSKxgbQtpaNo37ovIv2nAnoOlGzOYNMuFjkk+8WEiT7DHSQ4XMpF2ZqYMjidotPJiLiIwm6Zqz1NY4LjAxYqVzHuvla9HO85kv5Poj1sx4UzEm57AEn8AcGs/o8CnNGqXAjd5StiQByTNzx2xNpUg55pP6LfsNP4YZvGUUqij4QUMwJPnA+ce14wWIxMjZAG9nislneCK6fRKuT0SAg3VCtRlDKoWZDCV8waBPytgVlNKvUzbUGYAgkElh2MG5MH5d8dFqOqtRIEnZT5FhYAc8yCfSIwqVqv8bEf70g/+pgYMVK/NrytbHO8kpT6t0vwa7UpnaxWfkY4wR67pU5alTfeGLiSAQYvHIJB/wAuMaaub8+qf3jftHBnUTzk8tP9Fv8AEOLjK/8ATN779xKrMjhk7VD0fRymmr1ahQuNywu6QCQeCIuOMaJotzXZarQqCWPxQPLwJv8AELD/ACw3ZZlXK5duSEMCLfGxkzYibbcXau0164JjyXtMXpdvnGOY7Gyhzvn4GtFCcTJmOvqikfq2kSqg06hdJ2m22DzEEkxHfFr+A4VSq1T4okFdtpWdw37otBvF8MleuDRiAAKkDifhm5AEnFyo6rmHC3LGrJI4PmJAn0g374w4yYCul+ih9oeQBfRInStG7l31XKAkhTt3EkQTYERYi+KPVtNuldULSHgqTbytwebfI8Yf6ZU5dSb+doA7+VJv7W+fGF3W2YmvQPBNOmbCOR6Cww+DFSvlo9vgmRYh7nfJL2otMnK1Ep7g25VNuJI45IMeo5wbyehxsANQiqwEKFkSwBXz7oEgj5T7YzVrflsvP+ypfsDDhTdVrUiLsfCBkWEqg78ngzaPrj0uKlETDepBPcilnflGq510fSbZjMGkzhYNySOJAsJEm/AvgNWyRFXw5w5dCq/xoo/3gH44Veot+cA/LF0Uj3SEHagfNUxyPLqPRXNS6YOUFPzht67jFwLkRIJB45HrjfpmlDVyr194GwWE3JlRxMgX5iLRglrZpy+V96I/bqYzS1T8yzPtTH+ImFCWTgB1639aQ8V/CzdqFae034+5nbaiRuMTzYWkEyfuwS6no5tyCm5ZHO0EjbfyzYkx8Qv/AKYJ6ICnL1tx7rwJvusPqe+D7VwfAsB52At6Gl6C59++JpsXI2UgbD7Wp5cQ8P0SrU0SBTIp1Caigll2wBtBLebdBiPriHpWjAVD1ahQsTthS0wYPBEQY+eHXxFWpWCiZWqSSPRWNu4gyDe+IA6iijckM8CLc+vHPbvicYyaq615FJOJko6pMGjXNcq7eRQHLcwhgzE3MMPLM436vpEqgalULpMHy7YME8SZsDfDqXVqr7jE0VJgcArTPFre2K+ZrjwIiAKkcDujm5gTgxjJSR8lpxMgPwvwSt/4Z1/b/nX/AFxmOn7cZiT/ACs/Z6+ap47+q4bkOo1aNXcvxHkevsRwQe4Nji91fVFapCkKg9FUKD8woAJ9zxJwd1DSSlnqbbVYEITIMMSqkk8HzGSfniDWFINnhYX2/sJjstlZI5ri3cXaZxGOIJaqtPU+YFGNqkx8exd/z3xvkdjNrYC9M6nVpVhVp/Gpnib/ACNsdZoZb8qKUxQlR4cnaZAO2PcyfTCno5lTP7dqmWABI+H3F+fnOERYlhY8tZyv4hLjmbTvdSdl+pVEq71JDYK9W1XWqKFKqn9lFSfntAkexxRqkLmhYRuFsMmtQrvlyFCg00sOAL2Htix5ZxGW3cb9E5zmW2xyVDI6kzApbdqtazMilhaBDEFhHaDbtgLR6hVFfxBJcNuk3uDN55v646lkqBVadNDsptTplwCYJZfNIH9Lj64W8sqUeqMAikeIQARYeeBF+R2xJFiWEvys5X8UmOZtupqS+oZp6lVnf4mJJ7XJnj54sZ7qVV6VNH+FAQtvUyb97+uLmq4Geqf3jT/zHBvWNRWymXYKq+VoC8fGZ5J55xYZR+n7u/hoqeIPc03QjpGqa1OntCq4HG9FeObDcDAuTAxDktQ1/G3g7ieQ3mB+YMgiwsfQYO6JrL9lzK7RPhMS3eJW3PBmfoMb6Jyo/LuB51Eo3dTvUSPeCR9cIfJGziEs2r52kvexub3UE6xqCu5EgKB2RQon1hQBPvzGLdXU+Y8GNqzEbti7/nvjdJ7mZMmcOHWMgKlJWqeaoGYEmSQALLPpMm39LF16G5qlJm/IguFpknaQoYqoH9Xym/oMR+1xZR7g0+nRT8dpoZVzbpOp61MEABx6MoYD5BgQD7j0wO6h1SpWq7m57D09gOAB2AsMN2kXValdNqkmnUhiLiKbzHz74WMs4XOAkAgPweD7H2x0mFnEfTdQB81WxzbJDeSj6p1SrVZDU5VVRbRZRA49u+DOX1NmBRjaptZiilvaHI3AjsZtAjjFzWaB81SsBKU7DgDw0t8sOGUonctLdtokUwUk7TuVZWB/SO77+2JJsRGI2Es7a6JUkrco91ct6ZnqyVxVp/Gp3AkTcex5xSzIffLC+Oo9PyXhKzUvKxqAStjtKsdvykD7hgPragoai8hmZQWa/mO5xN7yAAPphkeMa6XKG7/RejxQc7RvJKHU+p1aiU1qcU12LaLST9bk84zIdSq06VRE+GoAGt2BDc9rgcYZtfOrUsuwVVmkIC8Ab3sJJxtpmsp6fXXashAS3c+dLcxE345wwTDgh2Xnt8903ijh3XNLXROtVKDHZDA8qQGB+amQY9+MT9R1LWqVAbKV4CqFE+oCgAGwv7D0xJpCsq5sSqteAGFuebEcc4LZzKq/VoIkGsZHr+UM4J7mCU23ldrzywPNjkqeb1LmDR27VFoLBFDG0GWA3Ge8m/fGnR9RV0UgKrDtvRWj5bgYnvHOH85cuKiVDNNQ+xCTHlDbYHbYI59ucQ5TLGjTpikTT3Bi5UkcOQGMc7Rjne1RZS3IPoo+OyqyrndPUVda+/lu6kSCPQqbFePKRFhjbq+p61SAQqR2VQoPuQoAJ98HuvUadHqAIRSsKdpB2nyDkSDc3+uIdXUQ3UOOY/ZGLWSRuc12Tdt/hUh7LvLyQj+Eea/pVP8Amb/XGY63/B7Lf7BPu/8AvHuIP8ph/wCnkszt/qFyrUfW0qZlSvwqqrPrtULPyMT9cbal60j5sPTO5QFvf+goPPuD92JevaRVKXi0mYqCA24BTJkiAGaRAN5GK1bSYXJDMbwSSBtBmBDG/obcdwZx0IzBTSD/ANUTTEQDfYnIaookpmDUELBFLzboH6IO3b6nnv64UtM9appnlqVG2pukm5gQfS+KmlNO/a3KlwgAm5v9B3Ptga2R/LCn74yPDwtzxg8tewarWQxtLm2szGYBrbu0jBzUfWUf7PsM7KSBubMJkX9LYg1Lpb7MaYDh96gkjiSSLHuLc4K5PRlLwl8R2DsoYBVBEMJWSXBHva3vg3Sw02S/gte+IBrj8EZoaipVKVNjVCeGqjY26SVAmIUqNxHc9r4Vx11G6j4x8qGruv2Bee3oPTFrJaKh6nisQtNtp2jcZO4CASsiVN5xT1DpYUdrISUeQJABtE2BPra98IibA15a07/7SYxCHEXuqGpM6tTNVHQypdiD6gsSPwwQ671am+UoIrSyqwYXtLkj8L2xp17Sgy9ClUDhjUBJi4Fx37m9/Q2xf6Ro+maSvWZxvBK7VDWBIMy6wZHF8PMkIYx16A6fKwnufEGh17KnpXq1OlTzCu0FqLKvN2JWBb5HFzRuoVpNVVm2eIIDXhfMCSYBMQCLeuBlfTJTNiiTzFx6EA/qOOgr+5vlhaW+f/ZxLi58Mwe+f369yXKY9edoJ1TUlKmi01cP5i25ZiCoWIYAyIn0uMX83qaiSa5qg2aKfm3AMGAWSu3y7p5ixjCjqnTYo5rwkJKmIJ+mC1TQybTTDt4qyCNo2ys7vPvmLGDtvbAmLD5GuJOvkfJI4cIDTaFaa6yiVqjO20NTqAc8mmwHHqSBgIcyPH3dt04M6e0l9oZwzhdik+5gEwBN+L+gvgNR6furinMSYnHRYY87qOtC/FWt4dmuiOal60j1qTIdwVKYJ9xTUEX9CCMNaalosKdU1QBTCHwzu3eTbIB27RuKyL9xOEnVOnRlHVQ2+VVpHEkTY9x798WE0r+Y/aPEEyAFBnkPM+nw29ZxK+KB8bDemw+aS+OJzQbTH0nVVN1emagpy0yZggAjbCgmZM+lsBNXdZRzSRG3eGILCYPmZpEgH9KLjtiHTemRVQ1ajFUBC+UAncQSLFltAN5xr17S/hOhViUqTtJEGxgyATFwe5xjI4GTaHX60hayFklWvdUdWp1aOXVGkrSAbmzbnMfcRjNP9Xp08rmEYwzIAovc+Ip/UCb4i1PpgZVaZDh967jFxMsLHuLc++Nul6UFXKVK5cAqLLNzdRcdhfn1EYcDDwRrpfjad+nw99LQ7ombVMwrNYbh+sYL5rrqDqJrKdyeKWkd13k9/UYFdA6N9orinuC+7GB//fbE+b06VzngKZ8+wE2/S2yeYwx/CLyHHWvBG8RlxvonfNakpANWNUOXVhsG7cN6kCSVC+WwMHtbEWU1JSr0VU1Vp7ZnduIJJa4CqeAYv62wMzOiUNNlR2NRASwKgL5AS0NvJPBjy39sCuhaV8ZKrFwvhqxibkgE2Hpa57Y5zYcMWF2bavl0UIihc0m17qHry1s3vUHbAF/ZQP1jG+pOto+d8Smdy2g3/ogd/fAXp3S/FrilIEmJJgfU9sWdTdDGVrGmG3C1/oD/AJ46Ajia5rOYB7tFZkjzBvYuif8AiTl/6D/euPccx/ez3xmJP8VhvVoeEzquidezE5CpYACogt6lXJvz9/0wDp1J6U9/51R/0PgT1/q+YqgCpx7KB+CgT9cVlqZj7OaY/kyQ0QOQCJ9eCcFFhi1gBI/daTHDTRZRL9zx/wA7Uep/yOA+ab85B9xiPpObq0qoelIdfaY+hxX8zP8A1sWiP9Vz+oA81Xw/fLr5Jz1Y9spP+xp/rbDQK6olBhdvCTkCwi0esyeRbHNeq1q7qniXCKEWwso4Fvn3vgn07UGaSjtX4Y7qpPEckE/jbHPlwpdG0AjS/FRyQWwUU+MyTmN36NSPqDUgG4ib3wva1zM5aieLuBA9Cv8A3OFjpXWcwlQlZJPMgH8GBE++Iuu9Qr1nHic9oAA+4AD8MZFgiyUEnQfalkeGLZBZ9XaP6hf8wyv/AB/t4YcnVVcrQblgrQCLRva/3jiIxz3PVcw1FEf4EnaIFtxk+/Pri/0TruZp09qce6q37Sn8MFLhS6MAEaEnvv7rZILZoUd6zUnqiTz5fxQHHSGxwdczWavvuXBw2V/3Rsyg86ifWB/piPG/8fJIGNYRoKXnREEVr6Km1iw/fBJ/7sMM1SqFzFRV5Y1d0gTPmJA5sCObHHK+s9WrV6njOIPrEenpbF5dW5l6Xhi4iJCrP/Nt3fWcUPwL3RsbeworzsM4gEet0V0hVnN1L2KVP8N8K7PGan+tjTp3VKtGoWpmHII4B+IFTY+xOK9UMrSQQecdFkJbIXdQB3WqmQ5Se0Jp/dAN6P8Ac0v2Bibpr/xXU/t0/wBmrhfz7164VnvtUKLAeVRA49seZPM1zSais7GIJEd1kC/P6R+/ChDUTWWNCEHDGQNvYp30gV+wsTeKi29TtexMiLTcYr62zM0sseJBi0cOw/ywrdL6rXyrQvfsQCPuII+uPOtZmvVbfU/AAfgIA+gwgYUifiXpd+FUk8D9W70RrWrzl8r/AHI/bfGaVf8AMszfimP8RMAszUr5hEDXWmu1bAQJJj7yecadPzVZFeklg4AYRyAQf1gG2HiH9LJfO/G07hjh5b5qbTTxm1j+kP1jDDVP8b//AJj/AImFALUoOG4YGRiTN5ys1TxnnczFp4uTJ498MkhzuzA7ikT4s5sHcLq7VlD11UcpWJMXsrH3iDPHPfChpWrL5i9vCqn/AKTgXV1VmKtLZyAIkKoMARdgs8epv3wL6ZnqqMwpm7qyNbswgi/riOLBuaxzSdTXgkMwxDSCVtlXjMz7nBj90I/nJ/4f2FwArZaojbiLnFvqXj1yatS5MSYA4AHA9gMXFo4jX3oBXkqMoztdareKfXGYr7W9DjMO0TsoXWc9lRVoE1G3sCsbpJUEObEn9KBI/q3xdo0PyopFttGVHhydpBiV2zwxmTxf3ws9T1NSpoQlTxC5UzBEbd/rzO6Z9vfF7+FdAlK5qGUKsKUN+iR5d3wiYmYi+PmzBNl2Na8vhy5LiCOTTTp9UM0k6pnmUKpmQCRcd5Hoe2KWl8mr566giDYj+oY/GMU9PdcRM6KlQwkmTE2g9hjToHX1o5vxCLQRz/VI59iZx0nxP9/KNS0d+qu4bxfw+yfauXNWg/jMahAWAx3FZZZIvYm4I5x7lqRRaaK5p0zTWQCYJIgnaDcng/jgN1DU1Gmj7anitUi8MsQwaTu5mDjejqWjVooWq7NigbCGNxFwRYbsc3gy5djV9OzooeHJWx9WiVHp4pvWakNjeIACttompIB7DgfQY2zPT0qVMuzxUJYbiZMjcggk8gCR6YDZDWdN6lUFjTFRiZuYEsdpAuZke1saZvV1KlVpBT4gptuJuN0spiCJERE++D4M+bbX8dVvDluvW/2R8UTUp1FqsWUIxVGJMQCAYmxUcT62xHkqJpU0FNjSB3bipIkh2AJg3IER3wMzepqKo1TxfEZ0KxDAgsOSxsYgCO+NMjqalVohXq+Htm0M0kljMDiAY9cBwZcu2l9Ow8lhjkrb1aKnpqpWqvTEMEBUqIIM07juCQT95wP1dRDZUO7b3DxJJJAAPl3TcTe1sV8trSmcw9ygYBQ1/LGy9rmdpsPXFHVPXKXgeFTfeS2+YIi0RB++cOihmErc18vLqmsjkzi1L1OsG6TThQIqMLDk7FufftPsMVf3OswBUddqksr3IuPybmx7Tx8sU63W6Z6ctKfOKrNEfolFEzxyDbFfR/VUoVt1Qwu17xNyjAfiRi0xO4Eja5lViN3DcO1V8u4XOAwCAwsRI+o9MMGslD5iiYAmnSsOANi2HsMKhzI8bf2mcGtRdbR6tJqZkLTpg2i6ooI+8HD3sJka4dCiex1trouhZGjDU6e7bSZafkk7WlFLDbP6R3SeL35xR6ZkvDps1LyuXUbgdp2lWkbuwJA+4Yq0NVUStOqahBphIpwxnYFsGiBuIn2m+KfR9WU2RqTPsBIO6CZAB8sC9yZni2ONwZqdp0vv8VzjHJroeaO5jptN6+XZgHLQXJHxS5F5uYED6DGVKJq0XFZy5CyFYkwdyjdzAPI9Yb0wCr6xpU61IKd60+Txu85bgi3MXnjE3UNSUUR2FXxWddvwsI8ytJLc/DEe/tjeBN7uh7O89y9w5OnqkXy1I01RUc0kKCYJALEsCYBuT5Qf9MaUenLTqZhqYCMG8pWxX8oQYPby2+WBuX1LRq0l3Vdm0RtIY35JtYTMfTEOS1pTerWBJpiqSQ1ztBYsQYuZ+G3rjODN72nx7/Fe4cmvrkVJrTLg5enUY733sCxubBPLu7gXiLXwP1LWD9OoEKqwXHlEcCnJ+Z7nEOrOu02pLRptvhmbdBHxBbQb228++KHU+s03yNKmD51ZywjgHZF+OxxdBC8NjJGzj3aqqKN9NJ6/ZENC1x4OYTasmk53RcAKbA+h74l0VlAa1dgPMqMUPdWBWCPQjAbSnVUoisHMbqVRRb9IrAH/AN4t6S1EtGs+4lQ4Khh+jJHmtcx6DDJ43/q5RvSOVj7fScup5MVaE1G3uGABJ3FRtcwGmINjAxdp0fynhliKMqBTk7SDB27Z4Jm/GFjqupqVOnspvvLMGmCNsBhEHnmZxeOqqB21zUusEUobt+iGjaPWeL45hgmy7Gta0+HLkohHJpp0+qq/vTTxmAf8Jl9ce4s4M/ag4E/agmR6cKmZFIsFG6NxmB7mJMYv6j0+KGY8JGLLa5/sg/54oU3jNE/1jhl1U4GeWfRf8NMXPe4StF6Ufouo97w4V0Vynoal/JS3jWE22SYIv8UQfTnFLpOj6YUvVLRu2gLEzAPe0R9cOy5lRm0C8sVDGb3AkRPEbe025jFDK5hDlyTfziBMAnaJBuDEemOQMVNR13rxtc8zyai+qWK+iAayhWOxgWG7kAbuYtPlPFrjE3UNIUmpFqJfyxO+BIJAEbZve84aUzgarS3GS1Jj2mPyo/UMQ/bl8KoFMINh59XAk35j0tjfaprHZXmQvHESdevkl/K6Moqiq5fxGUMNsR5x5Zm8zzH0xXyeilWpU8YkrTbadvJJLARNole8YbqmaVWolfiKU7z2IAEX7gkGQfbGprpOZns8fXdUifb8cYMXNR7fuve0Sa6+qSPqTTS09j0ydjEiGiQRE8W72xFqPTSZejSdH371JMccxAsD8/fB3Web3Zajf9JwL8BSkD6YH6necjlv7Lf4hxdDLIRHZ5kearikecuvrRU9PaZSvl6tRnhkQsFHJIj2jb63njEWnNPCs7lydlMbjHJG5RabTLDn3wR0Q/5DMif5h/2kxc0M6/nG422GYifjp+tsFLNI3iUdqpFJI8Z9VQ1FpamlMVKRbbu2kNEzE9rRH1nFfqOlkp5NKyvuZiZA4FlMG3xX+WGTU+d3ZE3ECrtABmPLPz+/AnMvPS0v/ON+zTwEMspa2z/KvBLileWjVadA0tSaitSsW85IUIBbbEzu/tCI98bNoceORu/JhfE99u3dHpu2/Se+D3Rq6DJUieZfbeB/Nz3mRaO1r4JDMq1Zt55objETBpCfbEz8VMHuI7fApLp5M51Sf1zSlMUDUoloQgMHifNMRttFjM+2KY0un2E1w8vIG0dgd/xW58to98NfWc2Dkq4B8qskX9d/64nAHJP/ABXVv/OU/wBmrh8U0pZqf5AfLRMileWA3zVXTWmkqUzVqltu7YAsTMT3tEA+8xiPUOmlpOhVjscSJ5Aki8WmQeO0YY9KVUGSlr/lBF7Ttbm4MRPF8VNb5vcuXJMkpz8qlQY1s8hxGXlZHgtErzKRaCaq02mVWkUffvTcSOJ3MLWBi3f3xv0nTCVMpUrF/MokKOfiUSbcX7GZxb1q85fK/wByP26mM0q/5lmb8Ux/iJhokk4Adet/Wk7O/hXfNUdM6dWsHeqTsSAYiTJgRNueZxPqTS6U1R6ZOxiR5okFds8WjzCPkcF9EVU8Cvu4BXiOdxjntONtY5vdlKV/0nUX4A8O2FGeT2nLyuvC0kzP41WgPXNLpRytKqr7i87o4EbbcTN7/hjXTWmkzFKo7PBRWIXuSAT6RFr3wR6889My9+9X9aYg0K9qwn+Zq/sHDeJJ7O516gnzTs7+ETetoD07pwqZgUiwUTG5pgfOJMYI6h06KOZ8JGJW1z8gf88Dss0ZmZ7nDRqhwOoCf6v7C4dI9wkAB0o/RFJI4OFdFb/8Km/2if8AV/8AHHuOiY9x85/lMR18EriO6rg+d6RWosC6MpNxKkT94xazXTs3WHjurtad5UxAEfFEWAj6Y6Fm8orZc7jubet+Y8rxDSee4tce2L1PLRmFDSELJtWLH4bbZA2kzJgi/vjqn/kdLrUX6CX7YTWmq5rldQZt6fgIXKxG0fOePnfFTpuoMxQc+GzBjYxhp0nX2Z9kUDzW4B97HsbcjCnXeM0DHcYtYWuc5mUVQPxtUMc1xIy8rUnUc/mBVFSpuDN5gT39/fjnBPN5rPZukGbxHUSZgkT3uBgjrap4hyzECWpIbAAXLcAWA9hhkoZaEoySiGknHcxe0iTxP44lkxIaxj8ovX5UkvmAaCG6pG6T1bObTQpF4MyqgmZEGw9sV6WZzeVrT50f5EGD8/XHQhkAGrlFg+ID5RECak3HA49Bxjc5RGfLk+Y7pJYc+ZJB5kD9WFHGsBPuCjv3Wl+0i/26fmlzzr2XzdT8rXWoZi7KR2tcj0xDSyOazFJVCu6U5CgKSBJkiw7m+OjnK+SqtQmdhhTeBIvc2IHFuDjwZTbTpQdibTuItPnb3G5gO3MD2xox9NADRpt02WjFkCsq5bk8xWpFkQld6lWA7qYkH2sPuxvlszWy1aRuSoD8iD/rht69VFHqRZVW3baCPhH6JEYh1LSDdUI/rn9eLG4gPq26Ft/hU8e9xyQvrS5yugqVRUKgCGKmI7XiIk4GUXr1afhLuZFJbaBMGLmPkPuGOrvloq1Q0gflSqRaPNHlmwiCDEWtxhW0bX216yACClTsJsjmx5H05xNFi7jcQ0e7qlRz6H3dkr9H1BmMuStJmWYkA+nGNc1n8xTrCo+5XJDgn3uD9eZxmWrbM4GgWYG4n8DbBn90KpuqU2tJp0yYEc017CwHti4kCUDKPeGpVFjOBW4Q3qvVs1maYeoXZFtJ4E3ifePwxB01MxVpmjS3MpIYqoJusgGB6bjf3wzZXNbukspAhXUWA7rUNzyfri7o/Kn7EStj4iy3EDa3LdlmPbEz8QI4z7oFGvylOmyNNNSnkM1msnUKruRuD2PY97+hx717KZtj4tdXknllIv8AMjmMdGfJoa2WMBuJJHPnaZ5n0v2GNEys03WoSWC/C1486CbmQfpMN74mGPGYOy68+vRI9ro5sq50en5vMU1JV3SmNq+UkACTEge5P1xD0unmDvpUg3nEMqgmQCG4HYET9MdLXLbVp3KJ4Ykr6iZtIk8T3jHp6eA+YKLB3j4RG0BmmI4Ec9sF/kBRFDs71vtnLL63XN8uczk6ogOj/Ig3+fqMWOu0s3VUVawqEQPMyn6XiPlh/rZRGNAnzHeZJHo1ORMmQO3zxI+W/llf+hU2qbx5W7E+WBBFvlgTjxYflF/mlntVuBy6rlivXrUhTG5kp7mA52zG4/gJOIchm6tMkUyQWBUx3BsR8iMOWlM1CZmmAI8OoTYTYevMX474Wek5nw85uABhjyAR9xscdFsll7cu3jasbLYdptqh9fL1KbwylW9CL/dgpnen5uqPHdXbg7ypi0AeaI7AYN6tTd1A/P8A/UYdxlozLBrIWO1Ox9PJMbeTMRI+6WbHZGsfWpF+WiTJiSK0XI/ttb3+7GYcv3vp+mMwftTP6qb29n9FD1XVdJE2UmL7mDEldsQGERuaZ3TMjjF0axoHbWLNvUqwp7bSsQN++YMc7bTxhU1h0anl6qimSVKoZPeUUk+wk8dsXG05S/e/xgxNTcAeQACHP1JgGRxfC+BAWNdrr9eqfwYQ0H1oq3QOvpTzgq1J2yZgSYg++A1fMzV3e4wZ0T0Slma4SqSBPA5PsDePmbWx50rToq5vwpgXP3KT/livPEx7uoAv4aqm42OPwW2oOvpVGX2TNOkitIjzKWmL8XwwZbVNB6Kb3ZWRQu0JuB2jmd4iTzYx748z2lKFWkWoqyFIJ3MGkEgACFWCJme+NsppegtNVdHZ2UMCrgAbhYQUJJB5vf2xC9+HcwDXQ9lqN74XNAUOR1qj1KoeUWo26QN0XYxErIO7me2MzWtKdOpSFOXWm26SNu6SDES0cRMnAzJaWT7caFR4UMVkA3hot6T6njAfrfT1pZlkX4dxA+UkYc2DDvfQ6X2dExsMLnadPynDO6qorTZkdnd12wUiJgzO9pggCIE48ymq6NWkoquyFQRZN0ySZu6wbxF+MCNRacpUstQemxYuDuPAsQLA3tx74J9F05QWgjVVdzUBYbXCwAxUgyrSTEzhBZhxGHa79l6afBKcyFrLQDrGoRWzZqxAPbnsBiTrmoUqZ5qyTtLkiRBj35wZpaKRK7l/MiAMQLEglRAJBg+bkjscQam01SFIVaQKDdtIY7jMTMhRbgRihssGZrR0rvThJCXAInX1fQg1tzFyGPhlbDeCCN+8mBNjtvA4wtab6+lGu71JhkqCwm7IwHf1IxY6hpyknT0rKSXLEH0A2gx7nvItfEOjuhUswW8RiIDQBNyFY88DgG/yxjWQMieda2PyWsbEGE9qB/avy2/3nBPVPWErsmyYWnTUz6qiqfpIOKVDJKcyKZMLugn0HywW1R0CnRqotIkhlQye5Kgkx2F+MVucziNvejSeXRhzfgo8n1xFyL0TO8uhFrQFcG/r5hgjpXUtNKJo1CVBbduA3cAiNu5bXmZ7cYKZTSVDYtJlY1HCw4YBQaiqR5dpJ27r3vB4xX6bpCmm96oLqG2BVO0yQSDJBt5TaO49MQvlge1wN73/AK/KkfLC4OBXmY1qiVqWwbkpdzYt5i1xJi5jk8Ylz2qqNNGNN2qMy7fMm2BKtM72kysRbnm2BOpdNpTemySEqXAJkgAkXMCeJ44IxpqjTtOitE0mLb1kniTuYWBuBYC/vjzYsO7JV6/TXX8LwjhdSNUNU0KlJfEdkKrtgJuBjvJdYJPaDx3xFk9bI9WqHlFqNulRui5MRKyDMcjEnTdM0FpKKiO7OgeVcKAGkAQUMkEG898RZPRaJVqGp5lpmCFMFpYrYkGLwbg2t74VWG94G+zbry+fVL/Q1Xmd1jTR6Ypy6oxYkjbMlSREtEbeZ74s5zVlEI7qzM7qylSsAb1IPm3mdvAsJjtit1XR1Nij05VWbbBO4iNsmQAI83Edji3mNJUGRqaqwqIGlywIOwEny7ARMWvaRzjP/Gpp17frfz6L36GiWtP9eSl42+fPTdRA/SYW+mA1HMxV3+5w79L0tQpoDWVnLzG1gsbTBmVaZtHEYjTRKDMNN0RfEI4JEK20GLGGiY7cYrGJhDnH1p0VAnhs9qC6h6+lXNmrTnbIiRB4A4+eGl9Z0CfH3Nvnd4e23pHibpiDPw82jvil1fSVJqfiUlKBTtIZtxJIYyCFAFhEe+Li6QoR4G1vEsvibvLJi+zbMAHjdiaR+Gcxt3pp8udpL3wvDUsfwk+eMxF/B7/ucZiz9Bblwyua+b8pT/uqX+EmLOUf+Knv/OoP+ipgP13oeZQqawYkgRJkwLDubCIxPT05m/sxYBvCPnIm1pExPIkjjvjA1giYMw0IVBa3IBfNTfudt+fUx6uMX9K5hRnzuIAhuSB+i3c/dhZ6Pkq5qgUNwqA22mDPscVlZxUt8U4OSESOfru2vNE+IPcTa6uc5tpVN3kWF2g2nzr7CWC8kCYHpj37V5KbU5nYssp4+oHlIHN/oMc967nM3CCu1QhhuXcxMg9xJPMfhgj0nK585cmk1QU78OQOL2kdsc52CAbmLhv8uiiOGpoOZWXzAPV7EEeNYg2I8TADVR/O3/tt+0ca9M6RmKlb8mDvFwQYNrzPtiPrXSq1KoRWB3G5m5veZ98dGNjGSAZuVKyNrWvGvJMeoKg+wZX5VP28MPT8z+a0SgLMFa632+duwEhu4Mj5d8c7z+VzC0aZqbvDM7JNufNA7X5wY03lc8aZ+zmoFkfC0X7dxfEsuHaYh7w0cT2ak6JEkIMehTt9tRqtYE7jsFgwkmafBgyZvweDgRqvN/mcNY+IYU2gFeynhZ9LYSqVXMJX8rMKgMyCQfvxv16tmWq+HXLlxaGJJHtc4yPBBsjSHdqxuGp4N9qO5h/4pW/88w/9tMVP3P2/Lkf1X/wnxXraczYywJDeF8cTa8CYnkiBMYH9HyVdnPg7gwDfCYMBTu/6Z+k4oyNMT2hw1v5WntY3I4XzWjt+cz/Wwy6tqAVqB/3dE/8AtrhQWkxeP0pxb6vQrIy+Nunau2TPlgbfptiB6Ye+MF7TewKN0QJaL5LqtDNDfSZeIo7nm1lQHzAWAEhgSeLxEYiy+cVqb7YZhVECx43XKwZXt25F/Xn+XzmcXKkqz+CPKYYx5gbRMXg/jjNNJmncmgX3QZKtBiRN5FpjHLOAABJcNPWqiOF3OZHtcZqUy4J8wUyCbjztAM3Fo57Yq6nqDwMp/dz/AO7UwF6zkcwa5FXcXm8mTwOTftGJus6fzVOmrVQ21fKsmY5MC9hyfriuOJjAwZhzPxu/untjaA0Zk+0c1+SpGmCSKayymYubWHlPrfgxF8SJnEZ8yAQx3GACL/lCQRYyByYHH34590vOZxaD+E1QU1u21iAJIWSAfkPuxB0AZh6w8EtvvEGDwZvbtOJTgR7xLhp/vVJOF3Obb/S6Jm8+NlIOQD4jeU22j8nHlPC8x2sYxYq5vbUqESqEVSTNm8jR5oAIJjaL82JnHONRpmkqA1y26BdjJjteTg/kei57M5dZqP4ZFgXMW4tPbCn4VjGBzngA349EBw4aA7MmGnmw1JCksw3XUztv6ASG7gyOO+JEzyGvUBYMTSFtwkkpTkA380+xMg2wm9QyGc6ckioyqx/RYiY+R7T+OKXRul5uuxq0txIIMgwZ5BmZn3wQwjHNLw8ZdaK8MOKvNonnOZ6KBDnb51heLbHkhT2nkgcn1OLozUV1K2Usu55sRafMAAF9QSRIxy/qmbzNSoEqM7MthuYmPvOJM/1PN0F8Co7qIjZuMQYMRMRefrg/8fYAzCzaMYQ6U7VFft4xmFaKnvjMXezDqmexjquq1sun2ZlF/Os2gfC8dgeLGfpbF5csozas3JZCsRc+UAzHEi9wcJHVdZUwmyiGgkMxYgmQGAiABEHuPTF1db0oFUq3iqQwuNm5Yi0bogCb+uOScLNV1vfjSkEEgo10+q10rmimfZFMB7H3HMH6jClmKkZoH3GLXQ9QClmhWZSwkmBzwcCq+Zmpu+WOvHEWyEkbgDzXQjiIcb6J01pWNQ5ZmMlqSEk9yS2GNMooWgzjy+EgERJgdrHj3j2xz7ruoBWFDapHh01Qz3Kzce18Hcpq+iaK+Ir70UKNpAHlFpBBM+t/lGIZcPJwmho2tTSwvyDRND5PccxA/nAzfQ1JP44A6zCjL0dvYv8AfKz2FsD8jrYNUqeKp2u287bEHzG0yI8x/DA/VGolqhadMEIkkbonzRMkQIkWtgYcLK2Vubl9qQxQPEgserRfVWZNTJZVmMkhhJ9AwA/DBvJZRfstBm+AKwPHd2MDm8T7YRuqahFTLUKQUg090k8Hc0iPkMGOk6tpeAqVg/kBA2ECxJJncDeTaMHJh5BEA0bOPcbRSwP4dUrOoM0afUVdCQYWD3+Af5Yi1Gk9TP8AbOF/qvXzWzPix6C3sAP8sS9a1EKubNZVKgtIB5w9mHcMumuWvJN4L/D7rpL5YLmKpb4m8VliO4e5MdwTwZtfCto7NFa9dAYVkqSPWEcj8ce1tbUtpqBW8UhjcjZLzutG6LmL+mF3T2oBRrO7KWDK6wP6yMo+6ZxLFhpOE8OG4HhaTHC+naKtlq5TOBhYhwR88Gv3QqpapTY3Jp0yT6k01Jwsfafyu/3nBHUvWhmGQhSoWmi39VQKT8iROOm6M8Vjq2BVvDOdp7Ew5TOF+kspJIV1AHpK1CcENJ5XdkW4gVVYk3jysJjnv2BOFHK9fC5N6EHczqwPYAK4I/6h92L+mNULTpmlVBKzu8sAyAQLmREE9vTEc0D8jg0fytTSwuyu09ap7FJfFypUfDEcf7Rp/GcU6uVVKFdT8fhEHiI30+bXMwbEj64WczrgLWpmmvkp/DuuSJLeaI7k8RaMb9U1dR8JlpB9zrsO8g+WVNoAvKj6TiNuEmBHrmSpxh5LGnqlN0DOMcjmUnyqA0dpNRBP3Yl0Plt2XzHvsJ+SvOFrpOoBSoV6ZUk1FAB9CHVr/QRifS+phR3o4JR4mObGRBNuYmRxi2aB5a/KNyD5Kl8L8rtPWqZdYUlGTpgdqj/KYpzAgEDjm+G7TQ/NafyxzDUuplqotKkCEVi3mIJlgs3ECPKIt64atO66oJl0R9wZRf0xzsVhZThmtAs2SlcNzWgketFb/dHH5uPr+tMV+l5QfZKBb4RvB+pmO9z93rgTrfV1LMUlSlJiZP8Ay/6YqdF1bSFFadYP5JjYQOTJmQfpGDiw0owzRWoJ+PNY+J7ozQ5/ZW9SZnw89TdJBC04PcQix9YjAr90RpzRPy/ZXFDrXXjVzAqRAAAHyUBR9YAn3xpqfrAzNY1FUqDFj7KB/ljpQQuY5hI2FeSqiicHNJ9bqH7ace4oeNjMXZVTw1mY5wRX+SxmMxjtghfsFD0zk4ir/wApj3GY3mvfzKn6h8IxvlP5I4zGYA7JR/8AX81WyPx416j8WPcZgh+5O/8AooavwjGUeDjMZg+SZyW2S+MYsdS+IYzGYE/uSz+9TP8AyWI+m98ZjMANilfxPxUH859cTdS4GPcZg+YTP5NVMfBifpfJxmMx52xRv/aVHn/jxpmOBjMZjw5LW7BZT+E40o8jHuMwR5ouRWVPiwSzH8ljMZgHckmT+K06bxiCl/K4zGYzqs/k5SdT5GJv5r6YzGY3kEJ/a1C8ZjMZh6tX/9k="/>
          <p:cNvSpPr>
            <a:spLocks noChangeAspect="1" noChangeArrowheads="1"/>
          </p:cNvSpPr>
          <p:nvPr/>
        </p:nvSpPr>
        <p:spPr bwMode="auto">
          <a:xfrm>
            <a:off x="63500" y="-746125"/>
            <a:ext cx="1562100" cy="1562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6" name="AutoShape 6" descr="data:image/jpeg;base64,/9j/4AAQSkZJRgABAQAAAQABAAD/2wCEAAkGBhQSEBUUExQWFRUWGB0YGBgYGSAfIBsbHR4cISAgIBogHiYgIR0kHyAdIi8gJCgpLiwsHB8xNTAsNSYrLCkBCQoKDgwOGg8PGjUkHyQuLS0wNCwyKiwsLCwsLyksLCouLCwsLCwyLywyNCwvKjQsLCwsLCwsLC8sLCwsLCwsLP/AABEIAOEA4QMBIgACEQEDEQH/xAAbAAACAgMBAAAAAAAAAAAAAAAFBgMEAAIHAf/EAEoQAAIBAgUCBAMDBQ0GBgMAAAECEQMhAAQGEjEFQRMiUWEycYEUkaEjJEKxsgcVFiUzQ1JicnOzwdFTY4KSovAXNJOj0uGDwvH/xAAaAQADAQEBAQAAAAAAAAAAAAACAwQBBQAG/8QANhEAAQQABAMFBwQCAgMAAAAAAQACAxEEEiExE0FRYZGhsfAUInGBwdHhIzJCUhXxBWIkM0P/2gAMAwEAAhEDEQA/AOe9W1oGXbSTYpIZhu3SRIBkiRYmwxZXXy7A5p/lhBD7rbhwdm3baBb2wP13k6dOsvhrtUohj5opv7nkn1xe+wUD0vcqecOoZjH9GoYFrCwkXuMcoMhMbHZd/r1XNyRBrTSBdG1AaOZFYruvMTE2I5wNqZkmpu+X4YZP3PcpSqZkLVTfJAAPEz3EXHNvlj3oXRqdTOlWB2+Y29lYj8QMUOlZG92mwHdqnl7GOIrkh/W+utWFEbNvh01T57Zv7TPGDWS1kvggVKRdlXaG3kQALWAgx7898Hsz0RK9BmamibYjYoW5KzIkkiDbi+Nsn0ZFRKa0qbb0DEuomWF4YkQB2/zxC/EQOZRbsev1UTponNAIStkNbsKjmqu9XO5hO2TeDIEi5NhjM7rg+IhpLsVDKid0GQSZIvcAwcW8l0egnUjTdSybyAJH9KBNrj1sJ9sL+osuqZtgoAG42HHxHFLGQvk0byvs7k9jInO0HJHM9rdDTIp0yjsIZt5aQeRBECTBkcRj3puswae2rSNTbYQxWBJJFhe5Jk491T06iMpl2pJtkNJMEkhgLkAe8e2C/Q+lIlCltp03aoCT4ig3DMogyIEATOEOMDYry8zz10vmku4IZdJIz/XHrZg1Wux5tHaOBiXrHX2q5o19uwlt23mPr3w6DTFKnXqMFB2KGVWgjdKAyO48xt8sVNV9GQ5dapREO6BsAAKgE3AJMz+HbDGYmEuaAOVd/JMbPGXAUqVbXilCwpxWIMvum7TuOyNt5Nu0+2AXQ9QGhVZ9u7crrEx8SlZmDxM4O9T6fR/exHRIfeQzWknaDa1lvx6zitoLKUajOKibm2tt4gQjG4i/txeME3hNie4N01B+SNvDDCa5pY+0nxN/eZxf6/1v7Qynbt2oiRM/AoWfrE40oUUGbCsJTcJA9MHdYdNpCtTFNdqslMx80U39z3OKnPaJGgjWinGRgc3TkhOV62y5R6Owncytu9NoYREd934Yu6a1P4KGm6b0J3bQdvm4BkCeCbcXw45HolPyURTQqypLFRu86KzQx7iTFvTnFbI6fp0Q7hFY+JtAYSNpDHj1kC/ubXxz34qBwc0t319dFG/EREEEJczetn8ZGRdi0/gXmLk8kXuSb+uJ+oa2TYRSpFGYQTvLSsgxcWuAZHp74n1h0VEak+0KXEsFjb8RAgDgQB3N5+WIdYdOohKBpJtDJ3gk+dxJIAk29OIwbOA/IQ3e/Dr1RDgmtFtktZqaQFSkXZRAIcrA7CALwZuecV+n61bxXNRd4c7mE7ZNzMgWuZgfLDJ0zpKJTpotKm29AxLqCZMzBJAAtYY0y+mqVKpWYKG2NCBoIu5XzC02v2vfCeLhxmGX1fglF8IvRL3UdZt4ieGuxUO4Cd1zBJkiT8IsfT3xZzutR4R2UitRlKs+4mQwIbykQJntx2wY6ppynUFKoUVSzQQoAG0bIteDczPtbFqr0RKi1KfhUwqBvMFAbyhtt5vJAmBe/GB42Gppy7ffxXuJDp7qQeidcaj4vkLb0ZPlu7/T0wMpVyKm7vOOk9O6MlJEC00cuWneoMQ0CLiBe8+mPBpakuYqNtnYm8LYjcFQwR3WSRHpF8U+2xBzjXoaJoxUdnTdJPXOutWzBq7dkwYmewHMD0wwtrvyeJ4Z8bnxN1p9dm3bxaPrgr1boCVaPiFEUhoGwAAiGJkSTMgQbWxdpdCplvA8JNggFoG/aYJO6fiv6fTCH4jDuaLbt5fVA6aJwApc4/hA2MwV/eNfbGYt4kPRFxIP6rTXeYVqqbSD+TpcGf5pMWMpml/etxInxUtN/gqduYxV6to56ahlZai2BKyQCZgGVFyAT9MWU0G/hxvXxP8AZy26TwI2xJtF+4wGaERsbm2Pkm5o8gF81W/c/rqudp7iANwuTA+84t6a6olPPbmIAg35/RIH42wK6LparmKjIliokk8Aep9sDfsjCrs/SnDXxxyueL3FHxTHMY9xN8l1HO9RFGnUNRlG4AKFZWFnUkDaTtAEx29MepnRVpIyFNqoAx3KpkXIILAmO1vlhB1D0Gtlyi1TdlBj0mRB97YJZDSVQ0QTVRCwkKxaSCJBEKRB7X+7HPOGiDA7Pz/Cidh2Bt5lsepI/Vd4YbTWkE2sXsb8W9cBdUVQc05Bkb2uP7RxcyOj6jVGDkUwhhmaYBvYwCZMHt2xX65pl6DAyGVuGWYMRPIBtPpi+MxNkADtapVsMYeKPJFuvZtfsOVAIJ/KWm48/cdsMXSc74uUprTKSoIaWVSCWYgSzCQRB9PXCP1jTFXL0qbv/OCQO4FufnMjm2L/AEXSrvSDGolMN8O8sJEkEiFNgQRieWKIxA5uZPmlSxxmP9ybsv16m1eoqlSSoVd3BPkkGYA4YybWwL1dnQmW2MwLs+6Awby7SJLAkTPYmcKo09WGZ8EA7zwO5tP6r406x0arTzBosdzAxI4/yxjMLE2QEO5X3LGwMDgc3ajNfNL+9SiRPjNab/yaduY98VtB11Wv5iB5X5Mfzb+uJquhHFMw6lwL0xu3AjkRtiRBm/Y4G9E0tVzBfZYICWJ4AAJ/GIHvh1wmJ4zaG77LTW8PI4Aqi9UfaJ7Thi1XnV8WiQQYpUpgz/Nrhay/T2esKS3YmB8zi31/oL5VwlQ3IB+UgGD7ib++HuawyNBOtFNLGEtF8l0uj1EMKVRWUUlFMsdygnYF3Sm7cxWGAtxxM4g6d1lKi1ERl379wkhYUT5gxIAMkDmbnCKmn64ynjzCEwPf4uPYbTP0x7p3T1SsC+4IgMbmmN3IFgbkSeOxxzTg4g0nNsonYdlF2ZF9bZ9Yo09wLICGggwS7EXFjYjgnFfU2cXwcpBBineDx+Uqc+mKee0jW8ZUHn3/AAlZhrxaQDzI4FxiXqWjGSkXSolTaJIQsYFhJlRaSB9RimMQtDBm6+NprREA0WnDK53xaFM0ykKgDEsqmRcg7mBIFiLRPF8ZlOvU3q11RlJdjs3WBG8mZMAELcTF8I+Q07XbLPWBhEtfuZAge/mB+WItP9DqV2Yhtqr8TGYE8TAJubC3OEHCRU63beHPVLOHZqcyeeodXWmKaO4L72ZoO6zbIO4Egmx7k+uLecz4BaqWQUyHiGXl0YKdgYkEys2+cRjn+odPVKMNuDqTAZZiREi4BkSO3fDJ0XQRrUFd6kbu3/YwmSGCOMPc/TXxSzCwNBBRbJdRFagoplJE7pZVIk2EswkEcgSPXHmX6/S+0uoZSSgUTwX2osGbRINza3OFnVGkWydMMjyDNvlH+uKnRtJvVQVGqLTn4S5YTHMQp4POCEEDmGQO903S0QR5cxKbep9TFKkVqMCzOpHmDSoVxdgSOYscEG6gpdKwZBSBViQwkgG5KTuLc9pjHNsz0GscwKJksY2j1kSI+Yg/XEXXenVcrUNJ2mPT5A+mGexRuoB2p1+SNuGaaAdqif76D1H34zAD7A2PcXezsTvZo+q6pVdfs7ADh1ueTKv9LXAjF0bVzScMWZBF/KfL8ri0cjHOerawZwFRBTWQSF3QSJgncxMgEi2Lq60qeGG8NTUFxUltwI4Mbtsi36PbHKOBlq+t+NKP2V4ons+qsaaq/wAYwOJP6jhWzTxmQfcYl6N1ipSzAqqoZgZg8d8D6rsakkXx1o4i2QnsA81fHFlcfgnLVrT9k/uqf62wzptVaLGG/JINt/Tvx9IPa+Ob9Y6vVqiluUL4aKgI7hZgn3vgvkdXOKIDUlcqIDHdIAEDhgLdrffiGXCvMbQOV+KmkgcWCk7NSUmvJA/KAn3INS3HJwv60rD7PRIAF2H3Fb37nADpurqoqMXXxA53MrTBN7naQZknv3xV1F196xVdoRVmFEwJieSTcgd8ZDg3slBOw+1LI8M5sgv1raOaiecjlZ/r/t4YckFGVoMYMK3lvfzse0W7G8453n+uvUoUqRUAU90Hudxm+CfSdYFKQR6a1Atl3brAkkjystiSTg5cK8xgD+xPyN/dFJh3mOgiWqa0Z8RAsv7K491CJ6mR/XOFbN9XqVq/iGS3/YH4QMS9X6zUqZg1mUKxO6Bx9OcPZh3Nyjo2vJM4B27PuupVNq16gsxbxT38phz7X5B5HphR0jU/Oao7bKv+G+K1bWVQ0yRSUVCDNSW3En4jG7bJkz5e54wE6H1epRqM6qGJVlMzHmUqeO4BxLFhHiN4O5Fd1pUcBp1qJHjNz/Wwa183mpf3VL/DXC1vbxJi8zi713qdSsVLqF2oqCJ/QUKD8zGOiYyZGu6Aqvh++09iYun1J6W/94n7FXBXSVNTkTJgCoptz8LC3vBm/phIy/W3XLNRCjazK09xtDD5R5j+GLunNRvRUoVFRCZ2mYnifKQZAkc9ziSbDPLHV1vySJYHFpXRg6tUyxAA4j/1GHf78U6xVaFZRDRTJ3X43oIHtwbiZ9sJGc1fV8ZWUbAnwKJhbzaZPMm5POJeqaxL0yiUlp7hDFd11sY8zG0gG17DEjcBICPXO1OMK+wfWyv6eqzlM17Kv+ImLeh6YOXzEkD4T9zTHzPGFHp3W3pUqqBQRUABJm0MGt9R92JOgaiegSI3K3xKZgxxMEGxvY4tmwz3NeBzIPdSpfh3EOpOOsKinJ04HFRx7mBTub8/K2GzTX/laXyxybr+pWrwgUIgMhRMSYk3JMmB37YY+ja+ajQVGpghe8H/AOQxz8TgZXYdrGjWye9K4TmNF+tkd/dH/wDLj6/rTEPS0UZSgxItute95+6bG8+mFjU2r2zlMKqQBPAPePc+mK/R9WNTQU3pipt+ENutPMbWXn3wUWDlbh2sO4JPmsdC5zD66IlqyvGcQgASiW/4Ftgf+6Gfzk/8P7C4E9V6pUqVvEcXsB7ACAPoAB9Me9c6hUzNQ1WWJiw4sAO/yx0YYCwsvkK8lTHFlc13rmoftDeuMxS3nHuLMqq4YThrTKKc4oVQoKpYD/drhxpdPG4UNqijKrBVZIaCQH27tx80Xn04wkas6ohzasjBgFS4Mj+TUH7jI+mHD9+qbFK/i0wilW2blDwpEjaOWsYk+mOFO1/Cj+Hjy+a5UofTfXVVel9NFFd1NQWZyplQ3l2g2BBEz3F8SV+g0nzCMwBLJubaRBMVLjbAAstha2K/SOupVptTDohDSS5ABEACCQTM+kW79sY2pqVPMU1LbtibSywQW/KXF7jzDn3thRbNmdW9FIAktW810/x6DGqqyoUrCqt2ZQTCgSsSL2njHuTyexEpoECsiliyqbsIPmKkiewnnjFfP9XShTfdVpuXgAU2BghwxkACBExA+gxvS6qlWijCrTUIoBDMFaQJPaSD2k/QYDLJl/62sqSufoleZboyUalVqajcHCpIDQCXBEMCCYAub4Fa1yK7KVUhd5ndtgC20AQAACLzb54I5HUtOq9ZVZU3sWBeANssbkzDXER73GAmtOpJ4dOkGDspYkqZXzbSIPtBnFELZeO3Nv8ASvunRCTiC/Wq91bSpnJZdkQLZ+L/AKQkzz/pjTRi02y9cFAW8NzuJ4Fu3H15GK3X+oo2RyyqwLAVJANx57SO0i+I9I59ESuGYLNFwJPJO2APfnFeR3s5Gu581Vldwvmrujciu6tUgFkEpIBAO9RwQQbE2OGHrHShVRWqBd4YrYBYAEwVUATPrfC7ovrCo9VCwUuIUtG0Hcp80yIgHsbxgz1XrVOioQurktulG3AAiIJ9ZvHocTziTj6ehSlmEmfRGP3tUu1Aovggso8qgwtwBUjcW4PMx7YpdN6aKNNTTUFmZg0qGsoQiAwIESxJH14xNV63T3faPFTZc7AV3wZABQd7gm5MdzAxU6Z1tK1EIKiIVYklyADIUCDc9jIt25xGGy5ddtL+Ov4SSH61fNSVeg0xmQwUE+GXtcF9heR227u0RFojEOociKuVZ6gXcu3bCqpAaSSQoFiAsE+8Y8GqKQzKruFk8PdYjcEKTJsUkzJ7du2K+pOpJTy9RfER2qFduxgQNu6Z4idwiB2PEYcxsvEZm7PPVMaJM4VCjSpt0toQBg6y3JPlqR8vpzi3ozIBcuaiKDUNQIJUN5SCSApBEyBeJ+/AfI9RQdOqKWG7xEhZuRtqSY9BI+8YK6O6uhy7Ud6o24NLkAQAe5khpI47A3xVM14jfX9vDRPka8MPx+601nkEU0ahA3OJYiIJ3ECABAsAIA5BxV1xTp+Dl2RAgKWAv+m45Nz9cZrTqqHwqYYMaYIYgyCSxax7iCB2vipqnPo+XyyqwJFO4B4PiVDB9DBB+uDga+oiep7taRRNd7pV/TaU26fXGwbgqy3t4iWjt8xftgJpTZ9qG9QwngmO9vxvi9pvqCJlMyrMAxRYBNz+UQ29bSfpgP0PMBcyrEwNwv8AXDww/qj1sE7K730f6tkEbqjLAjxTIFv0/bjDfVyIcPSYL4ahwo2qCdgO2GC7jHlJvxzzhM6n1amOpvUBDJ4rGRcEbyZH0w2Zzq6DdWNWmVYPCqy7vOrBZUQJEifrzjn4hslMrp4qSUP91a9OyPg018NV824uWVW+EwD5gYABM9vXHh6HTSvUqKo3KoZeCNx8OTBsQSzWIi49BjTp/WUr0QBUpoVJneQskm0GCYjnjtzjWhqemcw6hgNyqgZo2yAgJMyNvla8HtbCamt3XW+/7eCQBJ28vJSdZ6WKtIM4XeGiwCwIJgqoF5ve8YIDpqlzQ2r4AYqBtUEgXjxI3FpvzMT2wG6t1lKKBTUR2LbvI24AbSIJ9ZvGCT9bpl/tHiJsmdm5d8XAGz1vNzx37YW5suQVtrXx5UvAP035Ja/eBPbHuK38IF9fxxmOlUyDLP2oP0fTxr1mSYCAlj6KvJjvA7d8Geq6QK091KoWUEBvLtgmYsSZsDfti3ocA164YwNlSTE2i9sMdSsPs7iIAdOY7q83j2t6YCfFSNlobCvFVzYh4dp0SxQ0MAu3xSKxgbQtpaNo37ovIv2nAnoOlGzOYNMuFjkk+8WEiT7DHSQ4XMpF2ZqYMjidotPJiLiIwm6Zqz1NY4LjAxYqVzHuvla9HO85kv5Poj1sx4UzEm57AEn8AcGs/o8CnNGqXAjd5StiQByTNzx2xNpUg55pP6LfsNP4YZvGUUqij4QUMwJPnA+ce14wWIxMjZAG9nislneCK6fRKuT0SAg3VCtRlDKoWZDCV8waBPytgVlNKvUzbUGYAgkElh2MG5MH5d8dFqOqtRIEnZT5FhYAc8yCfSIwqVqv8bEf70g/+pgYMVK/NrytbHO8kpT6t0vwa7UpnaxWfkY4wR67pU5alTfeGLiSAQYvHIJB/wAuMaaub8+qf3jftHBnUTzk8tP9Fv8AEOLjK/8ATN779xKrMjhk7VD0fRymmr1ahQuNywu6QCQeCIuOMaJotzXZarQqCWPxQPLwJv8AELD/ACw3ZZlXK5duSEMCLfGxkzYibbcXau0164JjyXtMXpdvnGOY7Gyhzvn4GtFCcTJmOvqikfq2kSqg06hdJ2m22DzEEkxHfFr+A4VSq1T4okFdtpWdw37otBvF8MleuDRiAAKkDifhm5AEnFyo6rmHC3LGrJI4PmJAn0g374w4yYCul+ih9oeQBfRInStG7l31XKAkhTt3EkQTYERYi+KPVtNuldULSHgqTbytwebfI8Yf6ZU5dSb+doA7+VJv7W+fGF3W2YmvQPBNOmbCOR6Cww+DFSvlo9vgmRYh7nfJL2otMnK1Ep7g25VNuJI45IMeo5wbyehxsANQiqwEKFkSwBXz7oEgj5T7YzVrflsvP+ypfsDDhTdVrUiLsfCBkWEqg78ngzaPrj0uKlETDepBPcilnflGq510fSbZjMGkzhYNySOJAsJEm/AvgNWyRFXw5w5dCq/xoo/3gH44Veot+cA/LF0Uj3SEHagfNUxyPLqPRXNS6YOUFPzht67jFwLkRIJB45HrjfpmlDVyr194GwWE3JlRxMgX5iLRglrZpy+V96I/bqYzS1T8yzPtTH+ImFCWTgB1639aQ8V/CzdqFae034+5nbaiRuMTzYWkEyfuwS6no5tyCm5ZHO0EjbfyzYkx8Qv/AKYJ6ICnL1tx7rwJvusPqe+D7VwfAsB52At6Gl6C59++JpsXI2UgbD7Wp5cQ8P0SrU0SBTIp1Caigll2wBtBLebdBiPriHpWjAVD1ahQsTthS0wYPBEQY+eHXxFWpWCiZWqSSPRWNu4gyDe+IA6iijckM8CLc+vHPbvicYyaq615FJOJko6pMGjXNcq7eRQHLcwhgzE3MMPLM436vpEqgalULpMHy7YME8SZsDfDqXVqr7jE0VJgcArTPFre2K+ZrjwIiAKkcDujm5gTgxjJSR8lpxMgPwvwSt/4Z1/b/nX/AFxmOn7cZiT/ACs/Z6+ap47+q4bkOo1aNXcvxHkevsRwQe4Nji91fVFapCkKg9FUKD8woAJ9zxJwd1DSSlnqbbVYEITIMMSqkk8HzGSfniDWFINnhYX2/sJjstlZI5ri3cXaZxGOIJaqtPU+YFGNqkx8exd/z3xvkdjNrYC9M6nVpVhVp/Gpnib/ACNsdZoZb8qKUxQlR4cnaZAO2PcyfTCno5lTP7dqmWABI+H3F+fnOERYlhY8tZyv4hLjmbTvdSdl+pVEq71JDYK9W1XWqKFKqn9lFSfntAkexxRqkLmhYRuFsMmtQrvlyFCg00sOAL2Htix5ZxGW3cb9E5zmW2xyVDI6kzApbdqtazMilhaBDEFhHaDbtgLR6hVFfxBJcNuk3uDN55v646lkqBVadNDsptTplwCYJZfNIH9Lj64W8sqUeqMAikeIQARYeeBF+R2xJFiWEvys5X8UmOZtupqS+oZp6lVnf4mJJ7XJnj54sZ7qVV6VNH+FAQtvUyb97+uLmq4Geqf3jT/zHBvWNRWymXYKq+VoC8fGZ5J55xYZR+n7u/hoqeIPc03QjpGqa1OntCq4HG9FeObDcDAuTAxDktQ1/G3g7ieQ3mB+YMgiwsfQYO6JrL9lzK7RPhMS3eJW3PBmfoMb6Jyo/LuB51Eo3dTvUSPeCR9cIfJGziEs2r52kvexub3UE6xqCu5EgKB2RQon1hQBPvzGLdXU+Y8GNqzEbti7/nvjdJ7mZMmcOHWMgKlJWqeaoGYEmSQALLPpMm39LF16G5qlJm/IguFpknaQoYqoH9Xym/oMR+1xZR7g0+nRT8dpoZVzbpOp61MEABx6MoYD5BgQD7j0wO6h1SpWq7m57D09gOAB2AsMN2kXValdNqkmnUhiLiKbzHz74WMs4XOAkAgPweD7H2x0mFnEfTdQB81WxzbJDeSj6p1SrVZDU5VVRbRZRA49u+DOX1NmBRjaptZiilvaHI3AjsZtAjjFzWaB81SsBKU7DgDw0t8sOGUonctLdtokUwUk7TuVZWB/SO77+2JJsRGI2Es7a6JUkrco91ct6ZnqyVxVp/Gp3AkTcex5xSzIffLC+Oo9PyXhKzUvKxqAStjtKsdvykD7hgPragoai8hmZQWa/mO5xN7yAAPphkeMa6XKG7/RejxQc7RvJKHU+p1aiU1qcU12LaLST9bk84zIdSq06VRE+GoAGt2BDc9rgcYZtfOrUsuwVVmkIC8Ab3sJJxtpmsp6fXXashAS3c+dLcxE345wwTDgh2Xnt8903ijh3XNLXROtVKDHZDA8qQGB+amQY9+MT9R1LWqVAbKV4CqFE+oCgAGwv7D0xJpCsq5sSqteAGFuebEcc4LZzKq/VoIkGsZHr+UM4J7mCU23ldrzywPNjkqeb1LmDR27VFoLBFDG0GWA3Ge8m/fGnR9RV0UgKrDtvRWj5bgYnvHOH85cuKiVDNNQ+xCTHlDbYHbYI59ucQ5TLGjTpikTT3Bi5UkcOQGMc7Rjne1RZS3IPoo+OyqyrndPUVda+/lu6kSCPQqbFePKRFhjbq+p61SAQqR2VQoPuQoAJ98HuvUadHqAIRSsKdpB2nyDkSDc3+uIdXUQ3UOOY/ZGLWSRuc12Tdt/hUh7LvLyQj+Eea/pVP8Amb/XGY63/B7Lf7BPu/8AvHuIP8ph/wCnkszt/qFyrUfW0qZlSvwqqrPrtULPyMT9cbal60j5sPTO5QFvf+goPPuD92JevaRVKXi0mYqCA24BTJkiAGaRAN5GK1bSYXJDMbwSSBtBmBDG/obcdwZx0IzBTSD/ANUTTEQDfYnIaookpmDUELBFLzboH6IO3b6nnv64UtM9appnlqVG2pukm5gQfS+KmlNO/a3KlwgAm5v9B3Ptga2R/LCn74yPDwtzxg8tewarWQxtLm2szGYBrbu0jBzUfWUf7PsM7KSBubMJkX9LYg1Lpb7MaYDh96gkjiSSLHuLc4K5PRlLwl8R2DsoYBVBEMJWSXBHva3vg3Sw02S/gte+IBrj8EZoaipVKVNjVCeGqjY26SVAmIUqNxHc9r4Vx11G6j4x8qGruv2Bee3oPTFrJaKh6nisQtNtp2jcZO4CASsiVN5xT1DpYUdrISUeQJABtE2BPra98IibA15a07/7SYxCHEXuqGpM6tTNVHQypdiD6gsSPwwQ671am+UoIrSyqwYXtLkj8L2xp17Sgy9ClUDhjUBJi4Fx37m9/Q2xf6Ro+maSvWZxvBK7VDWBIMy6wZHF8PMkIYx16A6fKwnufEGh17KnpXq1OlTzCu0FqLKvN2JWBb5HFzRuoVpNVVm2eIIDXhfMCSYBMQCLeuBlfTJTNiiTzFx6EA/qOOgr+5vlhaW+f/ZxLi58Mwe+f369yXKY9edoJ1TUlKmi01cP5i25ZiCoWIYAyIn0uMX83qaiSa5qg2aKfm3AMGAWSu3y7p5ixjCjqnTYo5rwkJKmIJ+mC1TQybTTDt4qyCNo2ys7vPvmLGDtvbAmLD5GuJOvkfJI4cIDTaFaa6yiVqjO20NTqAc8mmwHHqSBgIcyPH3dt04M6e0l9oZwzhdik+5gEwBN+L+gvgNR6furinMSYnHRYY87qOtC/FWt4dmuiOal60j1qTIdwVKYJ9xTUEX9CCMNaalosKdU1QBTCHwzu3eTbIB27RuKyL9xOEnVOnRlHVQ2+VVpHEkTY9x798WE0r+Y/aPEEyAFBnkPM+nw29ZxK+KB8bDemw+aS+OJzQbTH0nVVN1emagpy0yZggAjbCgmZM+lsBNXdZRzSRG3eGILCYPmZpEgH9KLjtiHTemRVQ1ajFUBC+UAncQSLFltAN5xr17S/hOhViUqTtJEGxgyATFwe5xjI4GTaHX60hayFklWvdUdWp1aOXVGkrSAbmzbnMfcRjNP9Xp08rmEYwzIAovc+Ip/UCb4i1PpgZVaZDh967jFxMsLHuLc++Nul6UFXKVK5cAqLLNzdRcdhfn1EYcDDwRrpfjad+nw99LQ7ombVMwrNYbh+sYL5rrqDqJrKdyeKWkd13k9/UYFdA6N9orinuC+7GB//fbE+b06VzngKZ8+wE2/S2yeYwx/CLyHHWvBG8RlxvonfNakpANWNUOXVhsG7cN6kCSVC+WwMHtbEWU1JSr0VU1Vp7ZnduIJJa4CqeAYv62wMzOiUNNlR2NRASwKgL5AS0NvJPBjy39sCuhaV8ZKrFwvhqxibkgE2Hpa57Y5zYcMWF2bavl0UIihc0m17qHry1s3vUHbAF/ZQP1jG+pOto+d8Smdy2g3/ogd/fAXp3S/FrilIEmJJgfU9sWdTdDGVrGmG3C1/oD/AJ46Ajia5rOYB7tFZkjzBvYuif8AiTl/6D/euPccx/ez3xmJP8VhvVoeEzquidezE5CpYACogt6lXJvz9/0wDp1J6U9/51R/0PgT1/q+YqgCpx7KB+CgT9cVlqZj7OaY/kyQ0QOQCJ9eCcFFhi1gBI/daTHDTRZRL9zx/wA7Uep/yOA+ab85B9xiPpObq0qoelIdfaY+hxX8zP8A1sWiP9Vz+oA81Xw/fLr5Jz1Y9spP+xp/rbDQK6olBhdvCTkCwi0esyeRbHNeq1q7qniXCKEWwso4Fvn3vgn07UGaSjtX4Y7qpPEckE/jbHPlwpdG0AjS/FRyQWwUU+MyTmN36NSPqDUgG4ib3wva1zM5aieLuBA9Cv8A3OFjpXWcwlQlZJPMgH8GBE++Iuu9Qr1nHic9oAA+4AD8MZFgiyUEnQfalkeGLZBZ9XaP6hf8wyv/AB/t4YcnVVcrQblgrQCLRva/3jiIxz3PVcw1FEf4EnaIFtxk+/Pri/0TruZp09qce6q37Sn8MFLhS6MAEaEnvv7rZILZoUd6zUnqiTz5fxQHHSGxwdczWavvuXBw2V/3Rsyg86ifWB/piPG/8fJIGNYRoKXnREEVr6Km1iw/fBJ/7sMM1SqFzFRV5Y1d0gTPmJA5sCObHHK+s9WrV6njOIPrEenpbF5dW5l6Xhi4iJCrP/Nt3fWcUPwL3RsbeworzsM4gEet0V0hVnN1L2KVP8N8K7PGan+tjTp3VKtGoWpmHII4B+IFTY+xOK9UMrSQQecdFkJbIXdQB3WqmQ5Se0Jp/dAN6P8Ac0v2Bibpr/xXU/t0/wBmrhfz7164VnvtUKLAeVRA49seZPM1zSais7GIJEd1kC/P6R+/ChDUTWWNCEHDGQNvYp30gV+wsTeKi29TtexMiLTcYr62zM0sseJBi0cOw/ywrdL6rXyrQvfsQCPuII+uPOtZmvVbfU/AAfgIA+gwgYUifiXpd+FUk8D9W70RrWrzl8r/AHI/bfGaVf8AMszfimP8RMAszUr5hEDXWmu1bAQJJj7yecadPzVZFeklg4AYRyAQf1gG2HiH9LJfO/G07hjh5b5qbTTxm1j+kP1jDDVP8b//AJj/AImFALUoOG4YGRiTN5ys1TxnnczFp4uTJ498MkhzuzA7ikT4s5sHcLq7VlD11UcpWJMXsrH3iDPHPfChpWrL5i9vCqn/AKTgXV1VmKtLZyAIkKoMARdgs8epv3wL6ZnqqMwpm7qyNbswgi/riOLBuaxzSdTXgkMwxDSCVtlXjMz7nBj90I/nJ/4f2FwArZaojbiLnFvqXj1yatS5MSYA4AHA9gMXFo4jX3oBXkqMoztdareKfXGYr7W9DjMO0TsoXWc9lRVoE1G3sCsbpJUEObEn9KBI/q3xdo0PyopFttGVHhydpBiV2zwxmTxf3ws9T1NSpoQlTxC5UzBEbd/rzO6Z9vfF7+FdAlK5qGUKsKUN+iR5d3wiYmYi+PmzBNl2Na8vhy5LiCOTTTp9UM0k6pnmUKpmQCRcd5Hoe2KWl8mr566giDYj+oY/GMU9PdcRM6KlQwkmTE2g9hjToHX1o5vxCLQRz/VI59iZx0nxP9/KNS0d+qu4bxfw+yfauXNWg/jMahAWAx3FZZZIvYm4I5x7lqRRaaK5p0zTWQCYJIgnaDcng/jgN1DU1Gmj7anitUi8MsQwaTu5mDjejqWjVooWq7NigbCGNxFwRYbsc3gy5djV9OzooeHJWx9WiVHp4pvWakNjeIACttompIB7DgfQY2zPT0qVMuzxUJYbiZMjcggk8gCR6YDZDWdN6lUFjTFRiZuYEsdpAuZke1saZvV1KlVpBT4gptuJuN0spiCJERE++D4M+bbX8dVvDluvW/2R8UTUp1FqsWUIxVGJMQCAYmxUcT62xHkqJpU0FNjSB3bipIkh2AJg3IER3wMzepqKo1TxfEZ0KxDAgsOSxsYgCO+NMjqalVohXq+Htm0M0kljMDiAY9cBwZcu2l9Ow8lhjkrb1aKnpqpWqvTEMEBUqIIM07juCQT95wP1dRDZUO7b3DxJJJAAPl3TcTe1sV8trSmcw9ygYBQ1/LGy9rmdpsPXFHVPXKXgeFTfeS2+YIi0RB++cOihmErc18vLqmsjkzi1L1OsG6TThQIqMLDk7FufftPsMVf3OswBUddqksr3IuPybmx7Tx8sU63W6Z6ctKfOKrNEfolFEzxyDbFfR/VUoVt1Qwu17xNyjAfiRi0xO4Eja5lViN3DcO1V8u4XOAwCAwsRI+o9MMGslD5iiYAmnSsOANi2HsMKhzI8bf2mcGtRdbR6tJqZkLTpg2i6ooI+8HD3sJka4dCiex1trouhZGjDU6e7bSZafkk7WlFLDbP6R3SeL35xR6ZkvDps1LyuXUbgdp2lWkbuwJA+4Yq0NVUStOqahBphIpwxnYFsGiBuIn2m+KfR9WU2RqTPsBIO6CZAB8sC9yZni2ONwZqdp0vv8VzjHJroeaO5jptN6+XZgHLQXJHxS5F5uYED6DGVKJq0XFZy5CyFYkwdyjdzAPI9Yb0wCr6xpU61IKd60+Txu85bgi3MXnjE3UNSUUR2FXxWddvwsI8ytJLc/DEe/tjeBN7uh7O89y9w5OnqkXy1I01RUc0kKCYJALEsCYBuT5Qf9MaUenLTqZhqYCMG8pWxX8oQYPby2+WBuX1LRq0l3Vdm0RtIY35JtYTMfTEOS1pTerWBJpiqSQ1ztBYsQYuZ+G3rjODN72nx7/Fe4cmvrkVJrTLg5enUY733sCxubBPLu7gXiLXwP1LWD9OoEKqwXHlEcCnJ+Z7nEOrOu02pLRptvhmbdBHxBbQb228++KHU+s03yNKmD51ZywjgHZF+OxxdBC8NjJGzj3aqqKN9NJ6/ZENC1x4OYTasmk53RcAKbA+h74l0VlAa1dgPMqMUPdWBWCPQjAbSnVUoisHMbqVRRb9IrAH/AN4t6S1EtGs+4lQ4Khh+jJHmtcx6DDJ43/q5RvSOVj7fScup5MVaE1G3uGABJ3FRtcwGmINjAxdp0fynhliKMqBTk7SDB27Z4Jm/GFjqupqVOnspvvLMGmCNsBhEHnmZxeOqqB21zUusEUobt+iGjaPWeL45hgmy7Gta0+HLkohHJpp0+qq/vTTxmAf8Jl9ce4s4M/ag4E/agmR6cKmZFIsFG6NxmB7mJMYv6j0+KGY8JGLLa5/sg/54oU3jNE/1jhl1U4GeWfRf8NMXPe4StF6Ufouo97w4V0Vynoal/JS3jWE22SYIv8UQfTnFLpOj6YUvVLRu2gLEzAPe0R9cOy5lRm0C8sVDGb3AkRPEbe025jFDK5hDlyTfziBMAnaJBuDEemOQMVNR13rxtc8zyai+qWK+iAayhWOxgWG7kAbuYtPlPFrjE3UNIUmpFqJfyxO+BIJAEbZve84aUzgarS3GS1Jj2mPyo/UMQ/bl8KoFMINh59XAk35j0tjfaprHZXmQvHESdevkl/K6Moqiq5fxGUMNsR5x5Zm8zzH0xXyeilWpU8YkrTbadvJJLARNole8YbqmaVWolfiKU7z2IAEX7gkGQfbGprpOZns8fXdUifb8cYMXNR7fuve0Sa6+qSPqTTS09j0ydjEiGiQRE8W72xFqPTSZejSdH371JMccxAsD8/fB3Web3Zajf9JwL8BSkD6YH6necjlv7Lf4hxdDLIRHZ5kearikecuvrRU9PaZSvl6tRnhkQsFHJIj2jb63njEWnNPCs7lydlMbjHJG5RabTLDn3wR0Q/5DMif5h/2kxc0M6/nG422GYifjp+tsFLNI3iUdqpFJI8Z9VQ1FpamlMVKRbbu2kNEzE9rRH1nFfqOlkp5NKyvuZiZA4FlMG3xX+WGTU+d3ZE3ECrtABmPLPz+/AnMvPS0v/ON+zTwEMspa2z/KvBLileWjVadA0tSaitSsW85IUIBbbEzu/tCI98bNoceORu/JhfE99u3dHpu2/Se+D3Rq6DJUieZfbeB/Nz3mRaO1r4JDMq1Zt55objETBpCfbEz8VMHuI7fApLp5M51Sf1zSlMUDUoloQgMHifNMRttFjM+2KY0un2E1w8vIG0dgd/xW58to98NfWc2Dkq4B8qskX9d/64nAHJP/ABXVv/OU/wBmrh8U0pZqf5AfLRMileWA3zVXTWmkqUzVqltu7YAsTMT3tEA+8xiPUOmlpOhVjscSJ5Aki8WmQeO0YY9KVUGSlr/lBF7Ttbm4MRPF8VNb5vcuXJMkpz8qlQY1s8hxGXlZHgtErzKRaCaq02mVWkUffvTcSOJ3MLWBi3f3xv0nTCVMpUrF/MokKOfiUSbcX7GZxb1q85fK/wByP26mM0q/5lmb8Ux/iJhokk4Adet/Wk7O/hXfNUdM6dWsHeqTsSAYiTJgRNueZxPqTS6U1R6ZOxiR5okFds8WjzCPkcF9EVU8Cvu4BXiOdxjntONtY5vdlKV/0nUX4A8O2FGeT2nLyuvC0kzP41WgPXNLpRytKqr7i87o4EbbcTN7/hjXTWmkzFKo7PBRWIXuSAT6RFr3wR6889My9+9X9aYg0K9qwn+Zq/sHDeJJ7O516gnzTs7+ETetoD07pwqZgUiwUTG5pgfOJMYI6h06KOZ8JGJW1z8gf88Dss0ZmZ7nDRqhwOoCf6v7C4dI9wkAB0o/RFJI4OFdFb/8Km/2if8AV/8AHHuOiY9x85/lMR18EriO6rg+d6RWosC6MpNxKkT94xazXTs3WHjurtad5UxAEfFEWAj6Y6Fm8orZc7jubet+Y8rxDSee4tce2L1PLRmFDSELJtWLH4bbZA2kzJgi/vjqn/kdLrUX6CX7YTWmq5rldQZt6fgIXKxG0fOePnfFTpuoMxQc+GzBjYxhp0nX2Z9kUDzW4B97HsbcjCnXeM0DHcYtYWuc5mUVQPxtUMc1xIy8rUnUc/mBVFSpuDN5gT39/fjnBPN5rPZukGbxHUSZgkT3uBgjrap4hyzECWpIbAAXLcAWA9hhkoZaEoySiGknHcxe0iTxP44lkxIaxj8ovX5UkvmAaCG6pG6T1bObTQpF4MyqgmZEGw9sV6WZzeVrT50f5EGD8/XHQhkAGrlFg+ID5RECak3HA49Bxjc5RGfLk+Y7pJYc+ZJB5kD9WFHGsBPuCjv3Wl+0i/26fmlzzr2XzdT8rXWoZi7KR2tcj0xDSyOazFJVCu6U5CgKSBJkiw7m+OjnK+SqtQmdhhTeBIvc2IHFuDjwZTbTpQdibTuItPnb3G5gO3MD2xox9NADRpt02WjFkCsq5bk8xWpFkQld6lWA7qYkH2sPuxvlszWy1aRuSoD8iD/rht69VFHqRZVW3baCPhH6JEYh1LSDdUI/rn9eLG4gPq26Ft/hU8e9xyQvrS5yugqVRUKgCGKmI7XiIk4GUXr1afhLuZFJbaBMGLmPkPuGOrvloq1Q0gflSqRaPNHlmwiCDEWtxhW0bX216yACClTsJsjmx5H05xNFi7jcQ0e7qlRz6H3dkr9H1BmMuStJmWYkA+nGNc1n8xTrCo+5XJDgn3uD9eZxmWrbM4GgWYG4n8DbBn90KpuqU2tJp0yYEc017CwHti4kCUDKPeGpVFjOBW4Q3qvVs1maYeoXZFtJ4E3ifePwxB01MxVpmjS3MpIYqoJusgGB6bjf3wzZXNbukspAhXUWA7rUNzyfri7o/Kn7EStj4iy3EDa3LdlmPbEz8QI4z7oFGvylOmyNNNSnkM1msnUKruRuD2PY97+hx717KZtj4tdXknllIv8AMjmMdGfJoa2WMBuJJHPnaZ5n0v2GNEys03WoSWC/C1486CbmQfpMN74mGPGYOy68+vRI9ro5sq50en5vMU1JV3SmNq+UkACTEge5P1xD0unmDvpUg3nEMqgmQCG4HYET9MdLXLbVp3KJ4Ykr6iZtIk8T3jHp6eA+YKLB3j4RG0BmmI4Ec9sF/kBRFDs71vtnLL63XN8uczk6ogOj/Ig3+fqMWOu0s3VUVawqEQPMyn6XiPlh/rZRGNAnzHeZJHo1ORMmQO3zxI+W/llf+hU2qbx5W7E+WBBFvlgTjxYflF/mlntVuBy6rlivXrUhTG5kp7mA52zG4/gJOIchm6tMkUyQWBUx3BsR8iMOWlM1CZmmAI8OoTYTYevMX474Wek5nw85uABhjyAR9xscdFsll7cu3jasbLYdptqh9fL1KbwylW9CL/dgpnen5uqPHdXbg7ypi0AeaI7AYN6tTd1A/P8A/UYdxlozLBrIWO1Ox9PJMbeTMRI+6WbHZGsfWpF+WiTJiSK0XI/ttb3+7GYcv3vp+mMwftTP6qb29n9FD1XVdJE2UmL7mDEldsQGERuaZ3TMjjF0axoHbWLNvUqwp7bSsQN++YMc7bTxhU1h0anl6qimSVKoZPeUUk+wk8dsXG05S/e/xgxNTcAeQACHP1JgGRxfC+BAWNdrr9eqfwYQ0H1oq3QOvpTzgq1J2yZgSYg++A1fMzV3e4wZ0T0Slma4SqSBPA5PsDePmbWx50rToq5vwpgXP3KT/livPEx7uoAv4aqm42OPwW2oOvpVGX2TNOkitIjzKWmL8XwwZbVNB6Kb3ZWRQu0JuB2jmd4iTzYx748z2lKFWkWoqyFIJ3MGkEgACFWCJme+NsppegtNVdHZ2UMCrgAbhYQUJJB5vf2xC9+HcwDXQ9lqN74XNAUOR1qj1KoeUWo26QN0XYxErIO7me2MzWtKdOpSFOXWm26SNu6SDES0cRMnAzJaWT7caFR4UMVkA3hot6T6njAfrfT1pZlkX4dxA+UkYc2DDvfQ6X2dExsMLnadPynDO6qorTZkdnd12wUiJgzO9pggCIE48ymq6NWkoquyFQRZN0ySZu6wbxF+MCNRacpUstQemxYuDuPAsQLA3tx74J9F05QWgjVVdzUBYbXCwAxUgyrSTEzhBZhxGHa79l6afBKcyFrLQDrGoRWzZqxAPbnsBiTrmoUqZ5qyTtLkiRBj35wZpaKRK7l/MiAMQLEglRAJBg+bkjscQam01SFIVaQKDdtIY7jMTMhRbgRihssGZrR0rvThJCXAInX1fQg1tzFyGPhlbDeCCN+8mBNjtvA4wtab6+lGu71JhkqCwm7IwHf1IxY6hpyknT0rKSXLEH0A2gx7nvItfEOjuhUswW8RiIDQBNyFY88DgG/yxjWQMieda2PyWsbEGE9qB/avy2/3nBPVPWErsmyYWnTUz6qiqfpIOKVDJKcyKZMLugn0HywW1R0CnRqotIkhlQye5Kgkx2F+MVucziNvejSeXRhzfgo8n1xFyL0TO8uhFrQFcG/r5hgjpXUtNKJo1CVBbduA3cAiNu5bXmZ7cYKZTSVDYtJlY1HCw4YBQaiqR5dpJ27r3vB4xX6bpCmm96oLqG2BVO0yQSDJBt5TaO49MQvlge1wN73/AK/KkfLC4OBXmY1qiVqWwbkpdzYt5i1xJi5jk8Ylz2qqNNGNN2qMy7fMm2BKtM72kysRbnm2BOpdNpTemySEqXAJkgAkXMCeJ44IxpqjTtOitE0mLb1kniTuYWBuBYC/vjzYsO7JV6/TXX8LwjhdSNUNU0KlJfEdkKrtgJuBjvJdYJPaDx3xFk9bI9WqHlFqNulRui5MRKyDMcjEnTdM0FpKKiO7OgeVcKAGkAQUMkEG898RZPRaJVqGp5lpmCFMFpYrYkGLwbg2t74VWG94G+zbry+fVL/Q1Xmd1jTR6Ypy6oxYkjbMlSREtEbeZ74s5zVlEI7qzM7qylSsAb1IPm3mdvAsJjtit1XR1Nij05VWbbBO4iNsmQAI83Edji3mNJUGRqaqwqIGlywIOwEny7ARMWvaRzjP/Gpp17frfz6L36GiWtP9eSl42+fPTdRA/SYW+mA1HMxV3+5w79L0tQpoDWVnLzG1gsbTBmVaZtHEYjTRKDMNN0RfEI4JEK20GLGGiY7cYrGJhDnH1p0VAnhs9qC6h6+lXNmrTnbIiRB4A4+eGl9Z0CfH3Nvnd4e23pHibpiDPw82jvil1fSVJqfiUlKBTtIZtxJIYyCFAFhEe+Li6QoR4G1vEsvibvLJi+zbMAHjdiaR+Gcxt3pp8udpL3wvDUsfwk+eMxF/B7/ucZiz9Bblwyua+b8pT/uqX+EmLOUf+Knv/OoP+ipgP13oeZQqawYkgRJkwLDubCIxPT05m/sxYBvCPnIm1pExPIkjjvjA1giYMw0IVBa3IBfNTfudt+fUx6uMX9K5hRnzuIAhuSB+i3c/dhZ6Pkq5qgUNwqA22mDPscVlZxUt8U4OSESOfru2vNE+IPcTa6uc5tpVN3kWF2g2nzr7CWC8kCYHpj37V5KbU5nYssp4+oHlIHN/oMc967nM3CCu1QhhuXcxMg9xJPMfhgj0nK585cmk1QU78OQOL2kdsc52CAbmLhv8uiiOGpoOZWXzAPV7EEeNYg2I8TADVR/O3/tt+0ca9M6RmKlb8mDvFwQYNrzPtiPrXSq1KoRWB3G5m5veZ98dGNjGSAZuVKyNrWvGvJMeoKg+wZX5VP28MPT8z+a0SgLMFa632+duwEhu4Mj5d8c7z+VzC0aZqbvDM7JNufNA7X5wY03lc8aZ+zmoFkfC0X7dxfEsuHaYh7w0cT2ak6JEkIMehTt9tRqtYE7jsFgwkmafBgyZvweDgRqvN/mcNY+IYU2gFeynhZ9LYSqVXMJX8rMKgMyCQfvxv16tmWq+HXLlxaGJJHtc4yPBBsjSHdqxuGp4N9qO5h/4pW/88w/9tMVP3P2/Lkf1X/wnxXraczYywJDeF8cTa8CYnkiBMYH9HyVdnPg7gwDfCYMBTu/6Z+k4oyNMT2hw1v5WntY3I4XzWjt+cz/Wwy6tqAVqB/3dE/8AtrhQWkxeP0pxb6vQrIy+Nunau2TPlgbfptiB6Ye+MF7TewKN0QJaL5LqtDNDfSZeIo7nm1lQHzAWAEhgSeLxEYiy+cVqb7YZhVECx43XKwZXt25F/Xn+XzmcXKkqz+CPKYYx5gbRMXg/jjNNJmncmgX3QZKtBiRN5FpjHLOAABJcNPWqiOF3OZHtcZqUy4J8wUyCbjztAM3Fo57Yq6nqDwMp/dz/AO7UwF6zkcwa5FXcXm8mTwOTftGJus6fzVOmrVQ21fKsmY5MC9hyfriuOJjAwZhzPxu/untjaA0Zk+0c1+SpGmCSKayymYubWHlPrfgxF8SJnEZ8yAQx3GACL/lCQRYyByYHH34590vOZxaD+E1QU1u21iAJIWSAfkPuxB0AZh6w8EtvvEGDwZvbtOJTgR7xLhp/vVJOF3Obb/S6Jm8+NlIOQD4jeU22j8nHlPC8x2sYxYq5vbUqESqEVSTNm8jR5oAIJjaL82JnHONRpmkqA1y26BdjJjteTg/kei57M5dZqP4ZFgXMW4tPbCn4VjGBzngA349EBw4aA7MmGnmw1JCksw3XUztv6ASG7gyOO+JEzyGvUBYMTSFtwkkpTkA380+xMg2wm9QyGc6ckioyqx/RYiY+R7T+OKXRul5uuxq0txIIMgwZ5BmZn3wQwjHNLw8ZdaK8MOKvNonnOZ6KBDnb51heLbHkhT2nkgcn1OLozUV1K2Usu55sRafMAAF9QSRIxy/qmbzNSoEqM7MthuYmPvOJM/1PN0F8Co7qIjZuMQYMRMRefrg/8fYAzCzaMYQ6U7VFft4xmFaKnvjMXezDqmexjquq1sun2ZlF/Os2gfC8dgeLGfpbF5csozas3JZCsRc+UAzHEi9wcJHVdZUwmyiGgkMxYgmQGAiABEHuPTF1db0oFUq3iqQwuNm5Yi0bogCb+uOScLNV1vfjSkEEgo10+q10rmimfZFMB7H3HMH6jClmKkZoH3GLXQ9QClmhWZSwkmBzwcCq+Zmpu+WOvHEWyEkbgDzXQjiIcb6J01pWNQ5ZmMlqSEk9yS2GNMooWgzjy+EgERJgdrHj3j2xz7ruoBWFDapHh01Qz3Kzce18Hcpq+iaK+Ir70UKNpAHlFpBBM+t/lGIZcPJwmho2tTSwvyDRND5PccxA/nAzfQ1JP44A6zCjL0dvYv8AfKz2FsD8jrYNUqeKp2u287bEHzG0yI8x/DA/VGolqhadMEIkkbonzRMkQIkWtgYcLK2Vubl9qQxQPEgserRfVWZNTJZVmMkhhJ9AwA/DBvJZRfstBm+AKwPHd2MDm8T7YRuqahFTLUKQUg090k8Hc0iPkMGOk6tpeAqVg/kBA2ECxJJncDeTaMHJh5BEA0bOPcbRSwP4dUrOoM0afUVdCQYWD3+Af5Yi1Gk9TP8AbOF/qvXzWzPix6C3sAP8sS9a1EKubNZVKgtIB5w9mHcMumuWvJN4L/D7rpL5YLmKpb4m8VliO4e5MdwTwZtfCto7NFa9dAYVkqSPWEcj8ce1tbUtpqBW8UhjcjZLzutG6LmL+mF3T2oBRrO7KWDK6wP6yMo+6ZxLFhpOE8OG4HhaTHC+naKtlq5TOBhYhwR88Gv3QqpapTY3Jp0yT6k01Jwsfafyu/3nBHUvWhmGQhSoWmi39VQKT8iROOm6M8Vjq2BVvDOdp7Ew5TOF+kspJIV1AHpK1CcENJ5XdkW4gVVYk3jysJjnv2BOFHK9fC5N6EHczqwPYAK4I/6h92L+mNULTpmlVBKzu8sAyAQLmREE9vTEc0D8jg0fytTSwuyu09ap7FJfFypUfDEcf7Rp/GcU6uVVKFdT8fhEHiI30+bXMwbEj64WczrgLWpmmvkp/DuuSJLeaI7k8RaMb9U1dR8JlpB9zrsO8g+WVNoAvKj6TiNuEmBHrmSpxh5LGnqlN0DOMcjmUnyqA0dpNRBP3Yl0Plt2XzHvsJ+SvOFrpOoBSoV6ZUk1FAB9CHVr/QRifS+phR3o4JR4mObGRBNuYmRxi2aB5a/KNyD5Kl8L8rtPWqZdYUlGTpgdqj/KYpzAgEDjm+G7TQ/NafyxzDUuplqotKkCEVi3mIJlgs3ECPKIt64atO66oJl0R9wZRf0xzsVhZThmtAs2SlcNzWgketFb/dHH5uPr+tMV+l5QfZKBb4RvB+pmO9z93rgTrfV1LMUlSlJiZP8Ay/6YqdF1bSFFadYP5JjYQOTJmQfpGDiw0owzRWoJ+PNY+J7ozQ5/ZW9SZnw89TdJBC04PcQix9YjAr90RpzRPy/ZXFDrXXjVzAqRAAAHyUBR9YAn3xpqfrAzNY1FUqDFj7KB/ljpQQuY5hI2FeSqiicHNJ9bqH7ace4oeNjMXZVTw1mY5wRX+SxmMxjtghfsFD0zk4ir/wApj3GY3mvfzKn6h8IxvlP5I4zGYA7JR/8AX81WyPx416j8WPcZgh+5O/8AooavwjGUeDjMZg+SZyW2S+MYsdS+IYzGYE/uSz+9TP8AyWI+m98ZjMANilfxPxUH859cTdS4GPcZg+YTP5NVMfBifpfJxmMx52xRv/aVHn/jxpmOBjMZjw5LW7BZT+E40o8jHuMwR5ouRWVPiwSzH8ljMZgHckmT+K06bxiCl/K4zGYzqs/k5SdT5GJv5r6YzGY3kEJ/a1C8ZjMZh6tX/9k="/>
          <p:cNvSpPr>
            <a:spLocks noChangeAspect="1" noChangeArrowheads="1"/>
          </p:cNvSpPr>
          <p:nvPr/>
        </p:nvSpPr>
        <p:spPr bwMode="auto">
          <a:xfrm>
            <a:off x="63500" y="-746125"/>
            <a:ext cx="1562100" cy="1562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609600" y="4800600"/>
            <a:ext cx="8229600" cy="1905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Definition</a:t>
            </a:r>
          </a:p>
          <a:p>
            <a:pPr marL="621792" marR="0" lvl="1" indent="-228600" algn="just" defTabSz="914400" rtl="0" eaLnBrk="1" fontAlgn="auto" latinLnBrk="0" hangingPunct="1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Computer Program is a set of stored instructions and data given to a computer to carry out a process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 smtClean="0"/>
              <a:t>Liveware</a:t>
            </a:r>
            <a:endParaRPr lang="en-US" dirty="0" smtClean="0"/>
          </a:p>
          <a:p>
            <a:pPr lvl="1"/>
            <a:r>
              <a:rPr lang="en-US" dirty="0" smtClean="0"/>
              <a:t>Users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Hardware </a:t>
            </a:r>
          </a:p>
          <a:p>
            <a:pPr lvl="1"/>
            <a:r>
              <a:rPr lang="en-US" dirty="0" smtClean="0"/>
              <a:t>Tangible/physical components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Software</a:t>
            </a:r>
          </a:p>
          <a:p>
            <a:pPr lvl="1"/>
            <a:r>
              <a:rPr lang="en-US" dirty="0" smtClean="0"/>
              <a:t>Programs and data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Firmware</a:t>
            </a:r>
          </a:p>
          <a:p>
            <a:pPr lvl="1"/>
            <a:r>
              <a:rPr lang="en-US" dirty="0" smtClean="0"/>
              <a:t>Embedded instructions into electronic devices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Computer System - Components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://www.warepin.com/wp-content/uploads/2009/12/classifications-of-computer-hardware-systems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4409" y="2057400"/>
            <a:ext cx="7349591" cy="4800600"/>
          </a:xfrm>
          <a:prstGeom prst="rect">
            <a:avLst/>
          </a:prstGeom>
          <a:noFill/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905000"/>
            <a:ext cx="8229600" cy="4221163"/>
          </a:xfrm>
        </p:spPr>
        <p:txBody>
          <a:bodyPr/>
          <a:lstStyle/>
          <a:p>
            <a:pPr lvl="1"/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Processing</a:t>
            </a:r>
          </a:p>
          <a:p>
            <a:pPr lvl="1"/>
            <a:r>
              <a:rPr lang="en-US" dirty="0" smtClean="0"/>
              <a:t>Storage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Computer Hardware </a:t>
            </a:r>
            <a:br>
              <a:rPr lang="en-US" dirty="0" smtClean="0"/>
            </a:br>
            <a:r>
              <a:rPr lang="en-US" dirty="0" smtClean="0"/>
              <a:t> Device clarification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Devices used to fed data into computer system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Key board</a:t>
            </a:r>
          </a:p>
          <a:p>
            <a:pPr lvl="2"/>
            <a:r>
              <a:rPr lang="en-US" sz="1800" dirty="0" smtClean="0"/>
              <a:t>Indirect entry device</a:t>
            </a:r>
            <a:endParaRPr lang="en-US" dirty="0" smtClean="0"/>
          </a:p>
          <a:p>
            <a:pPr lvl="2"/>
            <a:r>
              <a:rPr lang="en-US" dirty="0" smtClean="0"/>
              <a:t>Character input</a:t>
            </a:r>
          </a:p>
          <a:p>
            <a:pPr lvl="2"/>
            <a:r>
              <a:rPr lang="en-US" dirty="0" smtClean="0"/>
              <a:t>Intelligent device – own chips</a:t>
            </a:r>
          </a:p>
          <a:p>
            <a:pPr lvl="2"/>
            <a:r>
              <a:rPr lang="en-US" dirty="0" smtClean="0"/>
              <a:t>Each key is a switch – generate deferent code</a:t>
            </a:r>
          </a:p>
          <a:p>
            <a:pPr lvl="3">
              <a:buNone/>
            </a:pPr>
            <a:r>
              <a:rPr lang="en-US" dirty="0" smtClean="0"/>
              <a:t> 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600200"/>
          </a:xfrm>
        </p:spPr>
        <p:txBody>
          <a:bodyPr>
            <a:normAutofit/>
          </a:bodyPr>
          <a:lstStyle/>
          <a:p>
            <a:r>
              <a:rPr lang="en-US" dirty="0" smtClean="0"/>
              <a:t>Computer Hardware</a:t>
            </a:r>
            <a:br>
              <a:rPr lang="en-US" dirty="0" smtClean="0"/>
            </a:br>
            <a:r>
              <a:rPr lang="en-US" dirty="0" smtClean="0"/>
              <a:t>Input devices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Standard keyboard</a:t>
            </a:r>
          </a:p>
          <a:p>
            <a:pPr lvl="1"/>
            <a:r>
              <a:rPr lang="en-US" dirty="0" smtClean="0"/>
              <a:t>Typewriter keys</a:t>
            </a:r>
          </a:p>
          <a:p>
            <a:pPr lvl="1"/>
            <a:r>
              <a:rPr lang="en-US" dirty="0" smtClean="0"/>
              <a:t>Function keys</a:t>
            </a:r>
          </a:p>
          <a:p>
            <a:pPr lvl="1"/>
            <a:r>
              <a:rPr lang="en-US" dirty="0" smtClean="0"/>
              <a:t>Numeric &amp; Punctuation keys</a:t>
            </a:r>
          </a:p>
          <a:p>
            <a:pPr lvl="1"/>
            <a:r>
              <a:rPr lang="en-US" dirty="0" smtClean="0"/>
              <a:t>Arrow keys</a:t>
            </a:r>
          </a:p>
          <a:p>
            <a:pPr lvl="1"/>
            <a:r>
              <a:rPr lang="en-US" dirty="0" smtClean="0"/>
              <a:t>Navigation keys</a:t>
            </a:r>
          </a:p>
          <a:p>
            <a:pPr lvl="2"/>
            <a:r>
              <a:rPr lang="en-US" dirty="0" smtClean="0"/>
              <a:t>Home, End, </a:t>
            </a:r>
            <a:r>
              <a:rPr lang="en-US" dirty="0" err="1" smtClean="0"/>
              <a:t>PgUp</a:t>
            </a:r>
            <a:r>
              <a:rPr lang="en-US" dirty="0" smtClean="0"/>
              <a:t>, </a:t>
            </a:r>
            <a:r>
              <a:rPr lang="en-US" dirty="0" err="1" smtClean="0"/>
              <a:t>PgDown</a:t>
            </a:r>
            <a:endParaRPr lang="en-US" dirty="0" smtClean="0"/>
          </a:p>
          <a:p>
            <a:pPr lvl="1"/>
            <a:r>
              <a:rPr lang="en-US" dirty="0" smtClean="0"/>
              <a:t>Num Lock button</a:t>
            </a:r>
          </a:p>
          <a:p>
            <a:pPr lvl="1"/>
            <a:r>
              <a:rPr lang="en-US" dirty="0" smtClean="0"/>
              <a:t>Numeric pad</a:t>
            </a:r>
          </a:p>
          <a:p>
            <a:pPr lvl="1"/>
            <a:r>
              <a:rPr lang="en-US" dirty="0" smtClean="0"/>
              <a:t>Enter key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Laptop</a:t>
            </a:r>
          </a:p>
          <a:p>
            <a:r>
              <a:rPr lang="en-US" dirty="0" smtClean="0"/>
              <a:t>Other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Keyboard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Key board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52538"/>
            <a:ext cx="916305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Mouse</a:t>
            </a:r>
          </a:p>
          <a:p>
            <a:pPr lvl="1"/>
            <a:r>
              <a:rPr lang="en-US" dirty="0" smtClean="0"/>
              <a:t>Pointing device</a:t>
            </a:r>
          </a:p>
          <a:p>
            <a:pPr lvl="1"/>
            <a:r>
              <a:rPr lang="en-US" dirty="0" smtClean="0"/>
              <a:t>Movements are translated into digital signals</a:t>
            </a:r>
          </a:p>
          <a:p>
            <a:pPr lvl="1"/>
            <a:r>
              <a:rPr lang="en-US" dirty="0" smtClean="0"/>
              <a:t>Drawing</a:t>
            </a:r>
          </a:p>
          <a:p>
            <a:pPr lvl="2"/>
            <a:r>
              <a:rPr lang="en-US" dirty="0" smtClean="0"/>
              <a:t>Traditional mouse </a:t>
            </a:r>
          </a:p>
          <a:p>
            <a:pPr lvl="3"/>
            <a:r>
              <a:rPr lang="en-US" dirty="0" smtClean="0"/>
              <a:t>Ball and electro-mechanical transducer</a:t>
            </a:r>
          </a:p>
          <a:p>
            <a:pPr lvl="2"/>
            <a:r>
              <a:rPr lang="en-US" dirty="0" smtClean="0"/>
              <a:t>Optical mouse – (LED), optical sensor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Microphone</a:t>
            </a:r>
          </a:p>
          <a:p>
            <a:pPr lvl="1"/>
            <a:r>
              <a:rPr lang="en-US" dirty="0" smtClean="0"/>
              <a:t>Convert sound in to digital signals</a:t>
            </a:r>
          </a:p>
          <a:p>
            <a:pPr lvl="1"/>
            <a:r>
              <a:rPr lang="en-US" dirty="0" smtClean="0"/>
              <a:t>Video conferencing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Computer Hardware</a:t>
            </a:r>
            <a:br>
              <a:rPr lang="en-US" dirty="0" smtClean="0"/>
            </a:br>
            <a:r>
              <a:rPr lang="en-US" dirty="0" smtClean="0"/>
              <a:t> Input Devices</a:t>
            </a:r>
            <a:endParaRPr lang="en-US" dirty="0"/>
          </a:p>
        </p:txBody>
      </p:sp>
      <p:pic>
        <p:nvPicPr>
          <p:cNvPr id="30722" name="Picture 2" descr="http://img.alibaba.com/img/pb/977/194/371/371194977_54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4572000"/>
            <a:ext cx="2285999" cy="2286000"/>
          </a:xfrm>
          <a:prstGeom prst="rect">
            <a:avLst/>
          </a:prstGeom>
          <a:noFill/>
        </p:spPr>
      </p:pic>
      <p:pic>
        <p:nvPicPr>
          <p:cNvPr id="30724" name="Picture 4" descr="http://www.lyreco.com/staticwebshop/pictures/images/200px/542127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914400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Camera</a:t>
            </a:r>
          </a:p>
          <a:p>
            <a:pPr lvl="1"/>
            <a:r>
              <a:rPr lang="en-US" dirty="0" smtClean="0"/>
              <a:t>Converts still /moving images into digital signals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Video conferencing</a:t>
            </a:r>
          </a:p>
          <a:p>
            <a:pPr lvl="1"/>
            <a:r>
              <a:rPr lang="en-US" dirty="0" smtClean="0"/>
              <a:t>Chatting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Hardware</a:t>
            </a:r>
            <a:br>
              <a:rPr lang="en-US" dirty="0" smtClean="0"/>
            </a:br>
            <a:r>
              <a:rPr lang="en-US" dirty="0" smtClean="0"/>
              <a:t> Input Devices</a:t>
            </a:r>
            <a:endParaRPr lang="en-US" dirty="0"/>
          </a:p>
        </p:txBody>
      </p:sp>
      <p:pic>
        <p:nvPicPr>
          <p:cNvPr id="296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04000" y="4318000"/>
            <a:ext cx="2540000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http://png.clipart.me/previews/d0c/computer-scanner-vector-1-437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609599"/>
            <a:ext cx="2895600" cy="2754957"/>
          </a:xfrm>
          <a:prstGeom prst="rect">
            <a:avLst/>
          </a:prstGeom>
          <a:noFill/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Scanner</a:t>
            </a:r>
          </a:p>
          <a:p>
            <a:pPr lvl="1"/>
            <a:r>
              <a:rPr lang="en-US" dirty="0" smtClean="0"/>
              <a:t>Input device</a:t>
            </a:r>
          </a:p>
          <a:p>
            <a:pPr lvl="1"/>
            <a:r>
              <a:rPr lang="en-US" dirty="0" smtClean="0"/>
              <a:t>Convert text or images into digital signals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Optical character recognition (OCR) </a:t>
            </a:r>
          </a:p>
          <a:p>
            <a:pPr lvl="1"/>
            <a:r>
              <a:rPr lang="en-US" dirty="0" smtClean="0"/>
              <a:t>Convert text image into characters.</a:t>
            </a:r>
          </a:p>
          <a:p>
            <a:pPr lvl="1"/>
            <a:r>
              <a:rPr lang="en-US" dirty="0" smtClean="0"/>
              <a:t>Scanners often come with OCR software</a:t>
            </a:r>
          </a:p>
          <a:p>
            <a:pPr lvl="1"/>
            <a:r>
              <a:rPr lang="en-US" dirty="0" smtClean="0"/>
              <a:t>Drawbacks</a:t>
            </a:r>
          </a:p>
          <a:p>
            <a:pPr lvl="2"/>
            <a:r>
              <a:rPr lang="en-US" dirty="0" smtClean="0"/>
              <a:t>Handwritten characters, symbols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Hardware</a:t>
            </a:r>
            <a:br>
              <a:rPr lang="en-US" dirty="0" smtClean="0"/>
            </a:br>
            <a:r>
              <a:rPr lang="en-US" dirty="0" smtClean="0"/>
              <a:t> Input Devices</a:t>
            </a:r>
            <a:endParaRPr lang="en-US" dirty="0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0000" y="5003800"/>
            <a:ext cx="2794000" cy="185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1600200"/>
            <a:ext cx="3810000" cy="19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Fingerprint reader  </a:t>
            </a:r>
          </a:p>
          <a:p>
            <a:pPr lvl="1"/>
            <a:r>
              <a:rPr lang="en-US" dirty="0" smtClean="0"/>
              <a:t>capture the fingerprint pattern</a:t>
            </a:r>
          </a:p>
          <a:p>
            <a:pPr lvl="1"/>
            <a:r>
              <a:rPr lang="en-US" dirty="0" smtClean="0"/>
              <a:t>Convert into digital format data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Magnetic Ink Character Recognition (MICR) </a:t>
            </a:r>
          </a:p>
          <a:p>
            <a:pPr lvl="1"/>
            <a:r>
              <a:rPr lang="en-US" sz="2400" dirty="0" smtClean="0"/>
              <a:t>Recognize characters printed in special magnetic ink into digital format</a:t>
            </a:r>
          </a:p>
          <a:p>
            <a:pPr lvl="2"/>
            <a:r>
              <a:rPr lang="en-US" sz="2200" dirty="0" err="1" smtClean="0"/>
              <a:t>cheques</a:t>
            </a:r>
            <a:endParaRPr lang="en-US" sz="2200" dirty="0" smtClean="0"/>
          </a:p>
          <a:p>
            <a:pPr lvl="2"/>
            <a:r>
              <a:rPr lang="en-US" sz="2200" dirty="0" smtClean="0"/>
              <a:t>money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Hardware</a:t>
            </a:r>
            <a:br>
              <a:rPr lang="en-US" dirty="0" smtClean="0"/>
            </a:br>
            <a:r>
              <a:rPr lang="en-US" dirty="0" smtClean="0"/>
              <a:t> Input Devices</a:t>
            </a:r>
            <a:endParaRPr lang="en-US" dirty="0"/>
          </a:p>
        </p:txBody>
      </p:sp>
      <p:pic>
        <p:nvPicPr>
          <p:cNvPr id="27651" name="Picture 3" descr="https://lucholi15.files.wordpress.com/2011/04/micr-st83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9000" y="4943475"/>
            <a:ext cx="1905000" cy="1914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905000"/>
            <a:ext cx="8229600" cy="4221163"/>
          </a:xfrm>
        </p:spPr>
        <p:txBody>
          <a:bodyPr/>
          <a:lstStyle/>
          <a:p>
            <a:r>
              <a:rPr lang="en-US" dirty="0" smtClean="0"/>
              <a:t>Environment Sensors </a:t>
            </a:r>
          </a:p>
          <a:p>
            <a:pPr lvl="1"/>
            <a:r>
              <a:rPr lang="en-US" dirty="0" smtClean="0"/>
              <a:t>Heat/ Temperature </a:t>
            </a:r>
          </a:p>
          <a:p>
            <a:pPr lvl="1"/>
            <a:r>
              <a:rPr lang="en-US" dirty="0" smtClean="0"/>
              <a:t>Humidity </a:t>
            </a:r>
          </a:p>
          <a:p>
            <a:pPr lvl="1"/>
            <a:r>
              <a:rPr lang="en-US" dirty="0" smtClean="0"/>
              <a:t>Vibration</a:t>
            </a:r>
          </a:p>
          <a:p>
            <a:pPr lvl="1"/>
            <a:r>
              <a:rPr lang="en-US" dirty="0" smtClean="0"/>
              <a:t>Wind </a:t>
            </a:r>
          </a:p>
          <a:p>
            <a:pPr lvl="2"/>
            <a:r>
              <a:rPr lang="en-US" dirty="0" smtClean="0"/>
              <a:t>Speed</a:t>
            </a:r>
          </a:p>
          <a:p>
            <a:pPr lvl="2"/>
            <a:r>
              <a:rPr lang="en-US" dirty="0" smtClean="0"/>
              <a:t>Direction </a:t>
            </a:r>
          </a:p>
          <a:p>
            <a:pPr lvl="1"/>
            <a:r>
              <a:rPr lang="en-US" dirty="0" smtClean="0"/>
              <a:t>Motion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Hardware</a:t>
            </a:r>
            <a:br>
              <a:rPr lang="en-US" dirty="0" smtClean="0"/>
            </a:br>
            <a:r>
              <a:rPr lang="en-US" dirty="0" smtClean="0"/>
              <a:t> Input Devices</a:t>
            </a:r>
            <a:endParaRPr lang="en-US" dirty="0"/>
          </a:p>
        </p:txBody>
      </p:sp>
      <p:pic>
        <p:nvPicPr>
          <p:cNvPr id="2050" name="Picture 2" descr="http://www.tribit.de/En_Home/En_SensorOv/a_Sensors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2666999"/>
            <a:ext cx="5334000" cy="4191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Translate processed information into human readable format</a:t>
            </a:r>
          </a:p>
          <a:p>
            <a:endParaRPr lang="en-US" dirty="0" smtClean="0"/>
          </a:p>
          <a:p>
            <a:r>
              <a:rPr lang="en-US" dirty="0" smtClean="0"/>
              <a:t>Monitor/ Display unit</a:t>
            </a:r>
          </a:p>
          <a:p>
            <a:pPr lvl="1"/>
            <a:r>
              <a:rPr lang="en-US" dirty="0" smtClean="0"/>
              <a:t>CRT/LCD/LED</a:t>
            </a:r>
          </a:p>
          <a:p>
            <a:r>
              <a:rPr lang="en-US" dirty="0" smtClean="0"/>
              <a:t>Printer</a:t>
            </a:r>
          </a:p>
          <a:p>
            <a:pPr lvl="1"/>
            <a:r>
              <a:rPr lang="en-US" dirty="0" smtClean="0"/>
              <a:t>Impact /non impact</a:t>
            </a:r>
          </a:p>
          <a:p>
            <a:r>
              <a:rPr lang="en-US" dirty="0" smtClean="0"/>
              <a:t>Speaker</a:t>
            </a:r>
          </a:p>
          <a:p>
            <a:pPr lvl="2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Hardware</a:t>
            </a:r>
            <a:br>
              <a:rPr lang="en-US" dirty="0" smtClean="0"/>
            </a:br>
            <a:r>
              <a:rPr lang="en-US" dirty="0" smtClean="0"/>
              <a:t> Output Devices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4851400"/>
            <a:ext cx="38100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Processing Devices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221163"/>
          </a:xfrm>
        </p:spPr>
        <p:txBody>
          <a:bodyPr>
            <a:normAutofit/>
          </a:bodyPr>
          <a:lstStyle/>
          <a:p>
            <a:r>
              <a:rPr lang="en-US" dirty="0" smtClean="0"/>
              <a:t>CPU – Central Processing Unit</a:t>
            </a:r>
          </a:p>
          <a:p>
            <a:r>
              <a:rPr lang="en-US" dirty="0" smtClean="0"/>
              <a:t>Microprocessor  </a:t>
            </a:r>
          </a:p>
          <a:p>
            <a:pPr lvl="1"/>
            <a:r>
              <a:rPr lang="en-US" dirty="0" smtClean="0"/>
              <a:t>Multipurpose, programmable </a:t>
            </a:r>
            <a:r>
              <a:rPr lang="en-AU" dirty="0" smtClean="0"/>
              <a:t>Integrated circuit a</a:t>
            </a:r>
            <a:r>
              <a:rPr lang="en-US" dirty="0" smtClean="0"/>
              <a:t>accepts digital data as input and processes according to given instructions and provides output</a:t>
            </a:r>
            <a:endParaRPr lang="en-AU" dirty="0" smtClean="0"/>
          </a:p>
          <a:p>
            <a:r>
              <a:rPr lang="en-US" dirty="0" smtClean="0"/>
              <a:t>One small chip consists number of circuits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Store </a:t>
            </a:r>
          </a:p>
          <a:p>
            <a:pPr lvl="1"/>
            <a:r>
              <a:rPr lang="en-US" dirty="0" smtClean="0"/>
              <a:t>Data , Software</a:t>
            </a:r>
          </a:p>
          <a:p>
            <a:r>
              <a:rPr lang="en-US" dirty="0" smtClean="0"/>
              <a:t>Categorizations</a:t>
            </a:r>
          </a:p>
          <a:p>
            <a:pPr lvl="1"/>
            <a:r>
              <a:rPr lang="en-US" dirty="0" smtClean="0"/>
              <a:t>Primary storage and Secondary storage</a:t>
            </a:r>
          </a:p>
          <a:p>
            <a:pPr lvl="1"/>
            <a:r>
              <a:rPr lang="en-US" dirty="0" smtClean="0"/>
              <a:t>Volatile and non-volatile</a:t>
            </a:r>
          </a:p>
          <a:p>
            <a:pPr lvl="1"/>
            <a:r>
              <a:rPr lang="en-US" dirty="0" smtClean="0"/>
              <a:t>Mutable and immutable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Devices- Volatility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953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Volatile memory </a:t>
            </a:r>
          </a:p>
          <a:p>
            <a:pPr lvl="1"/>
            <a:r>
              <a:rPr lang="en-US" dirty="0" smtClean="0"/>
              <a:t>computer storage that only maintains its data while the device is powered</a:t>
            </a:r>
          </a:p>
          <a:p>
            <a:pPr lvl="1"/>
            <a:r>
              <a:rPr lang="en-US" dirty="0" smtClean="0"/>
              <a:t>Requires constant power </a:t>
            </a:r>
          </a:p>
          <a:p>
            <a:pPr lvl="1"/>
            <a:r>
              <a:rPr lang="en-US" dirty="0" smtClean="0"/>
              <a:t>Fast</a:t>
            </a:r>
          </a:p>
          <a:p>
            <a:pPr lvl="1"/>
            <a:r>
              <a:rPr lang="en-US" dirty="0" smtClean="0"/>
              <a:t>Expensive</a:t>
            </a:r>
          </a:p>
          <a:p>
            <a:pPr lvl="1"/>
            <a:r>
              <a:rPr lang="en-US" dirty="0" smtClean="0"/>
              <a:t>Cache, Main memory </a:t>
            </a:r>
          </a:p>
          <a:p>
            <a:r>
              <a:rPr lang="en-US" dirty="0" smtClean="0"/>
              <a:t>Non-volatile memory </a:t>
            </a:r>
          </a:p>
          <a:p>
            <a:pPr lvl="1"/>
            <a:r>
              <a:rPr lang="en-US" dirty="0" smtClean="0"/>
              <a:t>Retain stored information even without electric power</a:t>
            </a:r>
          </a:p>
          <a:p>
            <a:pPr lvl="1"/>
            <a:r>
              <a:rPr lang="en-US" dirty="0" smtClean="0"/>
              <a:t>long-term storage of information</a:t>
            </a:r>
          </a:p>
          <a:p>
            <a:pPr lvl="1"/>
            <a:r>
              <a:rPr lang="en-US" dirty="0" smtClean="0"/>
              <a:t>Relatively cheaper</a:t>
            </a:r>
          </a:p>
          <a:p>
            <a:pPr lvl="1"/>
            <a:r>
              <a:rPr lang="en-US" dirty="0" smtClean="0"/>
              <a:t>HD, CD, DVD, Tape drive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buNone/>
            </a:pPr>
            <a:r>
              <a:rPr lang="en-US" dirty="0" smtClean="0"/>
              <a:t>Ability to overwritten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Mutable</a:t>
            </a:r>
          </a:p>
          <a:p>
            <a:pPr lvl="1"/>
            <a:r>
              <a:rPr lang="en-US" dirty="0" smtClean="0"/>
              <a:t>Read &amp; write</a:t>
            </a:r>
          </a:p>
          <a:p>
            <a:pPr lvl="1"/>
            <a:r>
              <a:rPr lang="en-US" dirty="0" smtClean="0"/>
              <a:t>HD, RAM, Cache</a:t>
            </a:r>
          </a:p>
          <a:p>
            <a:r>
              <a:rPr lang="en-US" dirty="0" smtClean="0"/>
              <a:t>Immutable  </a:t>
            </a:r>
          </a:p>
          <a:p>
            <a:pPr lvl="1"/>
            <a:r>
              <a:rPr lang="en-US" dirty="0" smtClean="0"/>
              <a:t>Read only</a:t>
            </a:r>
          </a:p>
          <a:p>
            <a:pPr lvl="1"/>
            <a:r>
              <a:rPr lang="en-US" dirty="0" smtClean="0"/>
              <a:t>Slow writing</a:t>
            </a:r>
          </a:p>
          <a:p>
            <a:pPr lvl="1"/>
            <a:r>
              <a:rPr lang="en-US" dirty="0" smtClean="0"/>
              <a:t>CD, DVD, </a:t>
            </a:r>
          </a:p>
          <a:p>
            <a:pPr lvl="1"/>
            <a:r>
              <a:rPr lang="en-US" dirty="0" smtClean="0"/>
              <a:t>ROM</a:t>
            </a:r>
          </a:p>
          <a:p>
            <a:pPr lvl="1"/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Devices- Mutability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95587" y="3416300"/>
            <a:ext cx="6348413" cy="344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Primary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Directly accessible to CPU</a:t>
            </a:r>
          </a:p>
          <a:p>
            <a:r>
              <a:rPr lang="en-US" dirty="0" smtClean="0"/>
              <a:t>Location which CPU find instructions to execute</a:t>
            </a:r>
          </a:p>
          <a:p>
            <a:pPr lvl="1"/>
            <a:r>
              <a:rPr lang="en-US" dirty="0" smtClean="0"/>
              <a:t>Registers</a:t>
            </a:r>
          </a:p>
          <a:p>
            <a:pPr lvl="1"/>
            <a:r>
              <a:rPr lang="en-US" dirty="0" smtClean="0"/>
              <a:t>Cash memory </a:t>
            </a:r>
          </a:p>
          <a:p>
            <a:pPr lvl="1"/>
            <a:r>
              <a:rPr lang="en-US" dirty="0" smtClean="0"/>
              <a:t>Main memory / RAM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Secondary /Auxiliary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 directly accessible by the CPU</a:t>
            </a:r>
          </a:p>
          <a:p>
            <a:r>
              <a:rPr lang="en-US" dirty="0" smtClean="0"/>
              <a:t>Non-volatile memory </a:t>
            </a:r>
          </a:p>
          <a:p>
            <a:pPr lvl="1"/>
            <a:r>
              <a:rPr lang="en-US" dirty="0" smtClean="0"/>
              <a:t>does not lose stored data when the device is powered down</a:t>
            </a:r>
          </a:p>
          <a:p>
            <a:pPr lvl="1"/>
            <a:endParaRPr lang="en-US" dirty="0" smtClean="0"/>
          </a:p>
        </p:txBody>
      </p:sp>
      <p:pic>
        <p:nvPicPr>
          <p:cNvPr id="20484" name="Picture 4" descr="http://www.tracyandmatt.co.uk/wp/wp-content/uploads/2015/01/storage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76750"/>
            <a:ext cx="285750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Storage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" descr="350px-Computer_storage_typ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94225" y="356463"/>
            <a:ext cx="4549775" cy="650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Storage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35872"/>
            <a:ext cx="8917910" cy="532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A Brief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1801		Weaving loom</a:t>
            </a:r>
          </a:p>
          <a:p>
            <a:r>
              <a:rPr lang="en-US" sz="2800" dirty="0" smtClean="0"/>
              <a:t>1833		Difference engine </a:t>
            </a:r>
          </a:p>
          <a:p>
            <a:r>
              <a:rPr lang="en-US" sz="2900" dirty="0" smtClean="0"/>
              <a:t>1945-1956	First generation computers</a:t>
            </a:r>
          </a:p>
          <a:p>
            <a:pPr lvl="1"/>
            <a:r>
              <a:rPr lang="en-US" sz="2000" dirty="0" smtClean="0"/>
              <a:t>Vacuum tube, Magnetic drum memory, Punched card </a:t>
            </a:r>
          </a:p>
          <a:p>
            <a:pPr lvl="1"/>
            <a:r>
              <a:rPr lang="en-US" sz="2000" dirty="0" smtClean="0"/>
              <a:t>ENIAC, EDVAC, UNIVAC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1956-1964 	Second Generation computers</a:t>
            </a:r>
          </a:p>
          <a:p>
            <a:pPr marL="742950" lvl="2" indent="-342900"/>
            <a:r>
              <a:rPr lang="en-US" sz="2000" dirty="0" smtClean="0"/>
              <a:t>Transistors</a:t>
            </a:r>
          </a:p>
          <a:p>
            <a:pPr marL="742950" lvl="2" indent="-342900"/>
            <a:r>
              <a:rPr lang="en-US" sz="2000" dirty="0" smtClean="0"/>
              <a:t>Assembly languages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1964-1970	Third Generation computers</a:t>
            </a:r>
          </a:p>
          <a:p>
            <a:pPr marL="742950" lvl="2" indent="-342900"/>
            <a:r>
              <a:rPr lang="en-US" sz="2000" dirty="0" smtClean="0"/>
              <a:t>Semiconductor Memories</a:t>
            </a:r>
          </a:p>
          <a:p>
            <a:pPr marL="742950" lvl="2" indent="-342900"/>
            <a:r>
              <a:rPr lang="en-US" sz="2000" dirty="0" smtClean="0"/>
              <a:t>High level languages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1971-Present	Forth Generation computers</a:t>
            </a:r>
          </a:p>
          <a:p>
            <a:pPr lvl="1"/>
            <a:r>
              <a:rPr lang="en-US" sz="2000" dirty="0" smtClean="0"/>
              <a:t>Very Large Scale Integrated circuits</a:t>
            </a:r>
          </a:p>
          <a:p>
            <a:pPr lvl="1"/>
            <a:r>
              <a:rPr lang="en-US" sz="2000" dirty="0" smtClean="0"/>
              <a:t>Intel 4004</a:t>
            </a:r>
          </a:p>
          <a:p>
            <a:pPr lvl="1"/>
            <a:r>
              <a:rPr lang="en-US" sz="2000" dirty="0" smtClean="0"/>
              <a:t>1981 IBMPC, 1984 Apple Mac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Computational Method</a:t>
            </a:r>
          </a:p>
          <a:p>
            <a:pPr lvl="1"/>
            <a:r>
              <a:rPr lang="en-US" dirty="0" smtClean="0"/>
              <a:t>Analog computer</a:t>
            </a:r>
          </a:p>
          <a:p>
            <a:pPr lvl="1"/>
            <a:r>
              <a:rPr lang="en-US" dirty="0" smtClean="0"/>
              <a:t>Digital computer</a:t>
            </a:r>
          </a:p>
          <a:p>
            <a:pPr lvl="1"/>
            <a:r>
              <a:rPr lang="en-US" dirty="0" smtClean="0"/>
              <a:t>Hybrid computer</a:t>
            </a:r>
          </a:p>
          <a:p>
            <a:r>
              <a:rPr lang="en-US" dirty="0" smtClean="0"/>
              <a:t>Size &amp; capability</a:t>
            </a:r>
          </a:p>
          <a:p>
            <a:pPr lvl="1"/>
            <a:r>
              <a:rPr lang="en-US" dirty="0" smtClean="0"/>
              <a:t>Super computer</a:t>
            </a:r>
          </a:p>
          <a:p>
            <a:pPr lvl="1"/>
            <a:r>
              <a:rPr lang="en-US" dirty="0" smtClean="0"/>
              <a:t>Mainframe computer</a:t>
            </a:r>
          </a:p>
          <a:p>
            <a:pPr lvl="1"/>
            <a:r>
              <a:rPr lang="en-US" dirty="0" smtClean="0"/>
              <a:t>Mani computer</a:t>
            </a:r>
          </a:p>
          <a:p>
            <a:pPr lvl="1"/>
            <a:r>
              <a:rPr lang="en-US" dirty="0" smtClean="0"/>
              <a:t>Micro computer</a:t>
            </a:r>
          </a:p>
          <a:p>
            <a:r>
              <a:rPr lang="en-US" dirty="0" smtClean="0"/>
              <a:t>Purpose</a:t>
            </a:r>
          </a:p>
          <a:p>
            <a:pPr lvl="1"/>
            <a:r>
              <a:rPr lang="en-US" dirty="0" smtClean="0"/>
              <a:t>General purposes computers</a:t>
            </a:r>
          </a:p>
          <a:p>
            <a:pPr lvl="1"/>
            <a:r>
              <a:rPr lang="en-US" dirty="0" smtClean="0"/>
              <a:t>Special purposes computers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Classifications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37667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Analog computers</a:t>
            </a:r>
          </a:p>
          <a:p>
            <a:pPr lvl="1"/>
            <a:r>
              <a:rPr lang="en-US" dirty="0" smtClean="0"/>
              <a:t>Use analog signals </a:t>
            </a:r>
          </a:p>
          <a:p>
            <a:pPr lvl="2"/>
            <a:r>
              <a:rPr lang="en-US" dirty="0" smtClean="0"/>
              <a:t>Data read</a:t>
            </a:r>
          </a:p>
          <a:p>
            <a:pPr lvl="2"/>
            <a:r>
              <a:rPr lang="en-US" dirty="0" smtClean="0"/>
              <a:t>Process</a:t>
            </a:r>
          </a:p>
          <a:p>
            <a:pPr lvl="2"/>
            <a:r>
              <a:rPr lang="en-US" dirty="0" smtClean="0"/>
              <a:t>Early computers</a:t>
            </a:r>
          </a:p>
          <a:p>
            <a:r>
              <a:rPr lang="en-US" dirty="0" smtClean="0"/>
              <a:t>Digital computers</a:t>
            </a:r>
          </a:p>
          <a:p>
            <a:pPr lvl="1"/>
            <a:r>
              <a:rPr lang="en-US" dirty="0" smtClean="0"/>
              <a:t>Use digital signals</a:t>
            </a:r>
          </a:p>
          <a:p>
            <a:pPr lvl="2"/>
            <a:r>
              <a:rPr lang="en-US" dirty="0" smtClean="0"/>
              <a:t>Data read</a:t>
            </a:r>
          </a:p>
          <a:p>
            <a:pPr lvl="2"/>
            <a:r>
              <a:rPr lang="en-US" dirty="0" smtClean="0"/>
              <a:t>Process</a:t>
            </a:r>
          </a:p>
          <a:p>
            <a:pPr lvl="2"/>
            <a:r>
              <a:rPr lang="en-US" dirty="0" smtClean="0"/>
              <a:t>Store</a:t>
            </a:r>
          </a:p>
          <a:p>
            <a:r>
              <a:rPr lang="en-US" dirty="0" smtClean="0"/>
              <a:t>Hybrid computers</a:t>
            </a:r>
          </a:p>
          <a:p>
            <a:pPr lvl="1"/>
            <a:r>
              <a:rPr lang="en-US" dirty="0" smtClean="0"/>
              <a:t>Use analog and digital signals</a:t>
            </a:r>
          </a:p>
          <a:p>
            <a:pPr lvl="2"/>
            <a:r>
              <a:rPr lang="en-US" dirty="0" smtClean="0"/>
              <a:t>Data read – analog/ digital</a:t>
            </a:r>
          </a:p>
          <a:p>
            <a:pPr lvl="2"/>
            <a:r>
              <a:rPr lang="en-US" dirty="0" smtClean="0"/>
              <a:t>Process - digital</a:t>
            </a:r>
          </a:p>
          <a:p>
            <a:pPr lvl="2"/>
            <a:r>
              <a:rPr lang="en-US" dirty="0" smtClean="0"/>
              <a:t>Store – analog/ digital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Classification</a:t>
            </a:r>
            <a:br>
              <a:rPr lang="en-US" dirty="0" smtClean="0"/>
            </a:br>
            <a:r>
              <a:rPr lang="en-US" dirty="0" smtClean="0"/>
              <a:t>Computational Method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Super Computers</a:t>
            </a:r>
          </a:p>
          <a:p>
            <a:r>
              <a:rPr lang="en-US" dirty="0" smtClean="0"/>
              <a:t>Mainframes</a:t>
            </a:r>
          </a:p>
          <a:p>
            <a:r>
              <a:rPr lang="en-US" dirty="0" smtClean="0"/>
              <a:t>Mini computers</a:t>
            </a:r>
          </a:p>
          <a:p>
            <a:r>
              <a:rPr lang="en-US" dirty="0" smtClean="0"/>
              <a:t>Micro computers /personal computers</a:t>
            </a:r>
          </a:p>
          <a:p>
            <a:pPr lvl="1"/>
            <a:r>
              <a:rPr lang="en-US" dirty="0" smtClean="0"/>
              <a:t>Desktop</a:t>
            </a:r>
          </a:p>
          <a:p>
            <a:pPr lvl="1"/>
            <a:r>
              <a:rPr lang="en-US" dirty="0" smtClean="0"/>
              <a:t>Laptop</a:t>
            </a:r>
          </a:p>
          <a:p>
            <a:pPr lvl="1"/>
            <a:r>
              <a:rPr lang="en-US" dirty="0" smtClean="0"/>
              <a:t>Palmtop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Classification </a:t>
            </a:r>
            <a:br>
              <a:rPr lang="en-US" dirty="0" smtClean="0"/>
            </a:br>
            <a:r>
              <a:rPr lang="en-US" dirty="0" smtClean="0"/>
              <a:t>Size &amp; Capability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Larger</a:t>
            </a:r>
          </a:p>
          <a:p>
            <a:r>
              <a:rPr lang="en-US" dirty="0" smtClean="0"/>
              <a:t>Faster</a:t>
            </a:r>
          </a:p>
          <a:p>
            <a:r>
              <a:rPr lang="en-US" dirty="0" smtClean="0"/>
              <a:t>Higher performances</a:t>
            </a:r>
          </a:p>
          <a:p>
            <a:r>
              <a:rPr lang="en-US" dirty="0" smtClean="0"/>
              <a:t>Expensive</a:t>
            </a:r>
          </a:p>
          <a:p>
            <a:r>
              <a:rPr lang="en-US" dirty="0" smtClean="0"/>
              <a:t>Power consumption is high</a:t>
            </a:r>
          </a:p>
          <a:p>
            <a:endParaRPr lang="en-US" dirty="0" smtClean="0"/>
          </a:p>
          <a:p>
            <a:endParaRPr lang="en-US" dirty="0" smtClean="0"/>
          </a:p>
          <a:p>
            <a:pPr algn="r">
              <a:buNone/>
            </a:pPr>
            <a:endParaRPr lang="en-US" sz="2000" dirty="0" smtClean="0"/>
          </a:p>
          <a:p>
            <a:pPr algn="r">
              <a:buNone/>
            </a:pPr>
            <a:r>
              <a:rPr lang="en-US" sz="2000" dirty="0" smtClean="0"/>
              <a:t>IBM's </a:t>
            </a:r>
            <a:r>
              <a:rPr lang="en-US" sz="2000" u="sng" dirty="0" smtClean="0"/>
              <a:t>Blue Gene/P</a:t>
            </a:r>
            <a:endParaRPr lang="en-US" sz="2000" dirty="0" smtClean="0"/>
          </a:p>
          <a:p>
            <a:r>
              <a:rPr lang="en-US" dirty="0" smtClean="0"/>
              <a:t>Large number of users can work concurrently</a:t>
            </a:r>
          </a:p>
          <a:p>
            <a:r>
              <a:rPr lang="en-US" dirty="0" smtClean="0"/>
              <a:t>Number of tasks can perform concurrently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Super computers</a:t>
            </a:r>
            <a:endParaRPr lang="en-US" dirty="0"/>
          </a:p>
        </p:txBody>
      </p:sp>
      <p:pic>
        <p:nvPicPr>
          <p:cNvPr id="5" name="Picture 2" descr="G:\300px-IBM_Blue_Gene_P_supercomput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58849" y="1371600"/>
            <a:ext cx="4685151" cy="31078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Larger</a:t>
            </a:r>
          </a:p>
          <a:p>
            <a:r>
              <a:rPr lang="en-US" dirty="0" smtClean="0"/>
              <a:t>Faster</a:t>
            </a:r>
          </a:p>
          <a:p>
            <a:r>
              <a:rPr lang="en-US" dirty="0" smtClean="0"/>
              <a:t>Higher performances</a:t>
            </a:r>
          </a:p>
          <a:p>
            <a:r>
              <a:rPr lang="en-US" dirty="0" smtClean="0"/>
              <a:t>Expensive</a:t>
            </a:r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 algn="ctr">
              <a:buNone/>
            </a:pPr>
            <a:endParaRPr lang="en-US" sz="1800" dirty="0" smtClean="0"/>
          </a:p>
          <a:p>
            <a:pPr lvl="1" algn="ctr">
              <a:buNone/>
            </a:pPr>
            <a:endParaRPr lang="en-US" sz="1800" dirty="0" smtClean="0"/>
          </a:p>
          <a:p>
            <a:pPr lvl="1" algn="r">
              <a:buNone/>
            </a:pPr>
            <a:r>
              <a:rPr lang="en-US" sz="1800" dirty="0" smtClean="0"/>
              <a:t>IBM System z9 (2005)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Mainframes</a:t>
            </a:r>
            <a:endParaRPr 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8958" y="381001"/>
            <a:ext cx="4475041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221163"/>
          </a:xfrm>
        </p:spPr>
        <p:txBody>
          <a:bodyPr/>
          <a:lstStyle/>
          <a:p>
            <a:r>
              <a:rPr lang="en-US" dirty="0" smtClean="0"/>
              <a:t>Larger than desktop</a:t>
            </a:r>
          </a:p>
          <a:p>
            <a:r>
              <a:rPr lang="en-US" dirty="0" smtClean="0"/>
              <a:t>Faster than desktop</a:t>
            </a:r>
          </a:p>
          <a:p>
            <a:r>
              <a:rPr lang="en-US" dirty="0" smtClean="0"/>
              <a:t>Higher performances than desktop</a:t>
            </a:r>
          </a:p>
          <a:p>
            <a:r>
              <a:rPr lang="en-US" dirty="0" smtClean="0"/>
              <a:t>Expensive</a:t>
            </a:r>
          </a:p>
          <a:p>
            <a:endParaRPr lang="en-US" dirty="0" smtClean="0"/>
          </a:p>
          <a:p>
            <a:pPr lvl="1" algn="ctr">
              <a:buNone/>
            </a:pPr>
            <a:r>
              <a:rPr lang="en-US" sz="1800" dirty="0" smtClean="0"/>
              <a:t>	PDP-8 (1965)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Mini Computers</a:t>
            </a:r>
            <a:endParaRPr lang="en-US" dirty="0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2899562"/>
            <a:ext cx="2971800" cy="395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Desktop</a:t>
            </a:r>
          </a:p>
          <a:p>
            <a:pPr lvl="1"/>
            <a:r>
              <a:rPr lang="en-US" dirty="0" smtClean="0"/>
              <a:t>Please on a desk</a:t>
            </a:r>
          </a:p>
          <a:p>
            <a:pPr lvl="1"/>
            <a:r>
              <a:rPr lang="en-US" dirty="0" smtClean="0"/>
              <a:t>Upgrade and expansion capability</a:t>
            </a:r>
          </a:p>
          <a:p>
            <a:pPr lvl="2"/>
            <a:r>
              <a:rPr lang="en-US" dirty="0" smtClean="0"/>
              <a:t>Capable of adding additional circuitries for additional functionalities</a:t>
            </a:r>
          </a:p>
          <a:p>
            <a:pPr lvl="1"/>
            <a:r>
              <a:rPr lang="en-US" dirty="0" smtClean="0"/>
              <a:t>Introduced by IBM </a:t>
            </a:r>
          </a:p>
          <a:p>
            <a:pPr lvl="1"/>
            <a:r>
              <a:rPr lang="en-US" dirty="0" smtClean="0"/>
              <a:t>Later came IBM clones</a:t>
            </a:r>
          </a:p>
          <a:p>
            <a:pPr lvl="2"/>
            <a:r>
              <a:rPr lang="en-US" dirty="0" smtClean="0"/>
              <a:t>Similar computers by other venders</a:t>
            </a:r>
          </a:p>
          <a:p>
            <a:pPr lvl="3"/>
            <a:r>
              <a:rPr lang="en-US" dirty="0" smtClean="0"/>
              <a:t>Dell</a:t>
            </a:r>
          </a:p>
          <a:p>
            <a:pPr lvl="3"/>
            <a:r>
              <a:rPr lang="en-US" dirty="0" smtClean="0"/>
              <a:t>HP</a:t>
            </a:r>
          </a:p>
          <a:p>
            <a:pPr lvl="1"/>
            <a:r>
              <a:rPr lang="en-US" dirty="0" smtClean="0"/>
              <a:t>Apple introduced Mac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Micro computers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34000"/>
          </a:xfrm>
        </p:spPr>
        <p:txBody>
          <a:bodyPr>
            <a:normAutofit fontScale="92500" lnSpcReduction="10000"/>
          </a:bodyPr>
          <a:lstStyle/>
          <a:p>
            <a:pPr lvl="1"/>
            <a:endParaRPr lang="en-US" dirty="0" smtClean="0"/>
          </a:p>
          <a:p>
            <a:pPr lvl="1"/>
            <a:r>
              <a:rPr lang="en-US" dirty="0" smtClean="0"/>
              <a:t>IBM PC</a:t>
            </a:r>
          </a:p>
          <a:p>
            <a:pPr lvl="2"/>
            <a:r>
              <a:rPr lang="en-US" dirty="0" smtClean="0"/>
              <a:t>1981</a:t>
            </a:r>
          </a:p>
          <a:p>
            <a:pPr lvl="2"/>
            <a:r>
              <a:rPr lang="en-US" dirty="0" smtClean="0"/>
              <a:t>IBM BASIC , PC-DOS 1</a:t>
            </a:r>
          </a:p>
          <a:p>
            <a:pPr lvl="2"/>
            <a:r>
              <a:rPr lang="en-US" dirty="0" smtClean="0"/>
              <a:t>4 MHz Intel 8088</a:t>
            </a:r>
          </a:p>
          <a:p>
            <a:pPr lvl="1"/>
            <a:r>
              <a:rPr lang="en-US" dirty="0" smtClean="0"/>
              <a:t>IBM PC/XT </a:t>
            </a:r>
          </a:p>
          <a:p>
            <a:pPr lvl="2"/>
            <a:r>
              <a:rPr lang="en-US" dirty="0" smtClean="0"/>
              <a:t>1983</a:t>
            </a:r>
          </a:p>
          <a:p>
            <a:pPr lvl="2"/>
            <a:r>
              <a:rPr lang="en-US" dirty="0" smtClean="0"/>
              <a:t>4 MHz Intel 8088</a:t>
            </a:r>
          </a:p>
          <a:p>
            <a:pPr lvl="2"/>
            <a:r>
              <a:rPr lang="en-US" dirty="0" smtClean="0"/>
              <a:t>IBM BASIC , PC DOS 2.0</a:t>
            </a:r>
          </a:p>
          <a:p>
            <a:pPr lvl="1"/>
            <a:r>
              <a:rPr lang="en-US" dirty="0" smtClean="0"/>
              <a:t>IBM PC/AT</a:t>
            </a:r>
          </a:p>
          <a:p>
            <a:pPr lvl="2"/>
            <a:r>
              <a:rPr lang="en-US" dirty="0" smtClean="0"/>
              <a:t>1984</a:t>
            </a:r>
          </a:p>
          <a:p>
            <a:pPr lvl="2"/>
            <a:r>
              <a:rPr lang="en-US" dirty="0" smtClean="0"/>
              <a:t>6 MHz Intel 80286</a:t>
            </a:r>
          </a:p>
          <a:p>
            <a:pPr lvl="2"/>
            <a:r>
              <a:rPr lang="en-US" dirty="0" smtClean="0"/>
              <a:t>PC DOS,OS/2 </a:t>
            </a:r>
          </a:p>
          <a:p>
            <a:pPr lvl="2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Micro computers</a:t>
            </a:r>
            <a:endParaRPr lang="en-US" dirty="0"/>
          </a:p>
        </p:txBody>
      </p:sp>
      <p:pic>
        <p:nvPicPr>
          <p:cNvPr id="7170" name="Picture 2" descr="Ibm px xt color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8425" y="4800600"/>
            <a:ext cx="2619375" cy="19716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Apple Mac</a:t>
            </a:r>
          </a:p>
          <a:p>
            <a:pPr lvl="1"/>
            <a:r>
              <a:rPr lang="en-US" dirty="0" smtClean="0"/>
              <a:t>Motorola 6809E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Apple II</a:t>
            </a:r>
          </a:p>
          <a:p>
            <a:pPr lvl="1"/>
            <a:r>
              <a:rPr lang="en-US" dirty="0" smtClean="0"/>
              <a:t>1977</a:t>
            </a:r>
          </a:p>
          <a:p>
            <a:pPr lvl="1"/>
            <a:r>
              <a:rPr lang="en-US" dirty="0" smtClean="0"/>
              <a:t>MOS 6502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Apple III</a:t>
            </a:r>
          </a:p>
          <a:p>
            <a:pPr lvl="1"/>
            <a:r>
              <a:rPr lang="en-US" dirty="0" smtClean="0"/>
              <a:t>1980</a:t>
            </a:r>
          </a:p>
          <a:p>
            <a:pPr lvl="1"/>
            <a:r>
              <a:rPr lang="en-US" dirty="0" smtClean="0"/>
              <a:t>MOS 6502</a:t>
            </a:r>
          </a:p>
          <a:p>
            <a:pPr lvl="1"/>
            <a:r>
              <a:rPr lang="en-US" dirty="0" smtClean="0"/>
              <a:t>Apple SOS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Micro computers</a:t>
            </a:r>
            <a:endParaRPr lang="en-US" dirty="0"/>
          </a:p>
        </p:txBody>
      </p:sp>
      <p:pic>
        <p:nvPicPr>
          <p:cNvPr id="27650" name="Picture 2" descr="A beige, boxy computer with a small black and white screen showing a window and desktop with icons.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48500" y="0"/>
            <a:ext cx="2095500" cy="2457451"/>
          </a:xfrm>
          <a:prstGeom prst="rect">
            <a:avLst/>
          </a:prstGeom>
          <a:noFill/>
        </p:spPr>
      </p:pic>
      <p:pic>
        <p:nvPicPr>
          <p:cNvPr id="7170" name="Picture 2" descr="http://upload.wikimedia.org/wikipedia/commons/thumb/1/1e/Apple_II.jpg/240px-Apple_II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0" y="2667000"/>
            <a:ext cx="2286000" cy="1524001"/>
          </a:xfrm>
          <a:prstGeom prst="rect">
            <a:avLst/>
          </a:prstGeom>
          <a:noFill/>
        </p:spPr>
      </p:pic>
      <p:pic>
        <p:nvPicPr>
          <p:cNvPr id="7172" name="Picture 4" descr="Apple3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781800" y="4724400"/>
            <a:ext cx="2095500" cy="1962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221163"/>
          </a:xfrm>
        </p:spPr>
        <p:txBody>
          <a:bodyPr/>
          <a:lstStyle/>
          <a:p>
            <a:r>
              <a:rPr lang="en-US" dirty="0" smtClean="0"/>
              <a:t>Tower case</a:t>
            </a:r>
          </a:p>
          <a:p>
            <a:pPr lvl="1"/>
            <a:r>
              <a:rPr lang="en-US" dirty="0" smtClean="0"/>
              <a:t>Less square area space on desk</a:t>
            </a:r>
          </a:p>
          <a:p>
            <a:pPr lvl="1"/>
            <a:r>
              <a:rPr lang="en-US" dirty="0" smtClean="0"/>
              <a:t>More upgrade and expansion capability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Micro computers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67325" y="4114800"/>
            <a:ext cx="387667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 descr="http://www.hitechreview.com/uploads/2009/04/acer-veriton-desktop-p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2895600"/>
            <a:ext cx="5238750" cy="3867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Full tower</a:t>
            </a:r>
          </a:p>
          <a:p>
            <a:pPr lvl="1"/>
            <a:r>
              <a:rPr lang="en-US" dirty="0" smtClean="0"/>
              <a:t>36" high</a:t>
            </a:r>
          </a:p>
          <a:p>
            <a:pPr lvl="1"/>
            <a:r>
              <a:rPr lang="en-US" dirty="0" smtClean="0"/>
              <a:t>Better cooling</a:t>
            </a:r>
          </a:p>
          <a:p>
            <a:r>
              <a:rPr lang="en-US" dirty="0" smtClean="0"/>
              <a:t>Mid tower</a:t>
            </a:r>
          </a:p>
          <a:p>
            <a:pPr lvl="1"/>
            <a:r>
              <a:rPr lang="en-US" dirty="0" smtClean="0"/>
              <a:t>17-20 inches high</a:t>
            </a:r>
          </a:p>
          <a:p>
            <a:r>
              <a:rPr lang="en-US" dirty="0" smtClean="0"/>
              <a:t>Mini tower</a:t>
            </a:r>
          </a:p>
          <a:p>
            <a:pPr lvl="1"/>
            <a:r>
              <a:rPr lang="en-US" dirty="0" smtClean="0"/>
              <a:t>14” high</a:t>
            </a:r>
          </a:p>
          <a:p>
            <a:pPr lvl="1"/>
            <a:r>
              <a:rPr lang="en-US" dirty="0" smtClean="0"/>
              <a:t>cools better than a desktop (but not much)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smtClean="0"/>
              <a:t>Tower case</a:t>
            </a:r>
            <a:endParaRPr lang="en-US" b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Smaller </a:t>
            </a:r>
          </a:p>
          <a:p>
            <a:r>
              <a:rPr lang="en-US" dirty="0" smtClean="0"/>
              <a:t>Compact</a:t>
            </a:r>
          </a:p>
          <a:p>
            <a:r>
              <a:rPr lang="en-US" dirty="0" smtClean="0"/>
              <a:t>Cooling is less efficient</a:t>
            </a:r>
          </a:p>
          <a:p>
            <a:r>
              <a:rPr lang="en-US" dirty="0" smtClean="0"/>
              <a:t>No Expansion and upgrading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Laptop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85998" y="3829050"/>
            <a:ext cx="3758002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Smaller </a:t>
            </a:r>
          </a:p>
          <a:p>
            <a:r>
              <a:rPr lang="en-US" dirty="0" smtClean="0"/>
              <a:t>Compact devices</a:t>
            </a:r>
          </a:p>
          <a:p>
            <a:r>
              <a:rPr lang="en-US" dirty="0" smtClean="0"/>
              <a:t>Portable </a:t>
            </a:r>
          </a:p>
          <a:p>
            <a:r>
              <a:rPr lang="en-US" dirty="0" smtClean="0"/>
              <a:t>Low power consumption</a:t>
            </a:r>
          </a:p>
          <a:p>
            <a:r>
              <a:rPr lang="en-US" dirty="0" smtClean="0"/>
              <a:t>Special purposes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Palmtop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54800" y="3970528"/>
            <a:ext cx="2489200" cy="2887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88000" y="0"/>
            <a:ext cx="3556000" cy="314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124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General purposes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</a:rPr>
              <a:t>Programmable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to any task</a:t>
            </a:r>
          </a:p>
          <a:p>
            <a:pPr lvl="1"/>
            <a:r>
              <a:rPr lang="en-US" sz="2400" dirty="0" smtClean="0"/>
              <a:t>Personal computer</a:t>
            </a:r>
          </a:p>
          <a:p>
            <a:pPr lvl="2"/>
            <a:r>
              <a:rPr lang="en-US" sz="2000" dirty="0" smtClean="0"/>
              <a:t>Word processing</a:t>
            </a:r>
          </a:p>
          <a:p>
            <a:pPr lvl="2"/>
            <a:r>
              <a:rPr lang="en-US" sz="2000" dirty="0" smtClean="0"/>
              <a:t>Graphic processing</a:t>
            </a:r>
          </a:p>
          <a:p>
            <a:pPr lvl="2"/>
            <a:r>
              <a:rPr lang="en-US" sz="2000" dirty="0" smtClean="0"/>
              <a:t>Data analyzing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Categorizing based on Purpose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0200"/>
            <a:ext cx="8229600" cy="3505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Special purposes</a:t>
            </a:r>
          </a:p>
          <a:p>
            <a:pPr lvl="1"/>
            <a:r>
              <a:rPr lang="en-US" sz="2400" dirty="0" smtClean="0"/>
              <a:t>Designed to used for special task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</a:rPr>
              <a:t>Instructions are embedded to HW</a:t>
            </a:r>
          </a:p>
          <a:p>
            <a:pPr lvl="2"/>
            <a:r>
              <a:rPr lang="en-US" sz="2000" dirty="0" smtClean="0"/>
              <a:t>Space center</a:t>
            </a:r>
          </a:p>
          <a:p>
            <a:pPr lvl="2"/>
            <a:r>
              <a:rPr lang="en-US" sz="2000" dirty="0" smtClean="0"/>
              <a:t>Warfare</a:t>
            </a:r>
          </a:p>
          <a:p>
            <a:pPr lvl="2"/>
            <a:r>
              <a:rPr lang="en-US" sz="2000" dirty="0" smtClean="0"/>
              <a:t>traffic lights control system</a:t>
            </a:r>
          </a:p>
          <a:p>
            <a:pPr lvl="2"/>
            <a:r>
              <a:rPr lang="en-US" sz="2000" dirty="0" smtClean="0"/>
              <a:t>navigational system in an aircraft</a:t>
            </a:r>
          </a:p>
          <a:p>
            <a:pPr lvl="2"/>
            <a:r>
              <a:rPr lang="en-US" sz="2000" dirty="0" smtClean="0"/>
              <a:t>weather forecasting</a:t>
            </a:r>
          </a:p>
          <a:p>
            <a:pPr lvl="2"/>
            <a:r>
              <a:rPr lang="en-US" sz="2000" dirty="0" smtClean="0"/>
              <a:t>satellite launch / tracking</a:t>
            </a:r>
          </a:p>
          <a:p>
            <a:pPr lvl="2"/>
            <a:r>
              <a:rPr lang="en-US" sz="2000" dirty="0" smtClean="0"/>
              <a:t>oil exploration</a:t>
            </a:r>
          </a:p>
          <a:p>
            <a:pPr lvl="2"/>
            <a:r>
              <a:rPr lang="en-US" sz="2000" dirty="0" smtClean="0"/>
              <a:t>automotive industries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Categorizing based on Purpose</a:t>
            </a:r>
            <a:endParaRPr lang="en-US" dirty="0"/>
          </a:p>
        </p:txBody>
      </p:sp>
      <p:pic>
        <p:nvPicPr>
          <p:cNvPr id="5" name="Picture 4" descr="http://www.nasa.gov/centers/johnson/images/content/544633main_dmt_03_226x17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3486149"/>
            <a:ext cx="4495800" cy="33718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141</TotalTime>
  <Words>874</Words>
  <Application>Microsoft Office PowerPoint</Application>
  <PresentationFormat>On-screen Show (4:3)</PresentationFormat>
  <Paragraphs>359</Paragraphs>
  <Slides>42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HNDIT</vt:lpstr>
      <vt:lpstr>IT1102  Computer Hardware</vt:lpstr>
      <vt:lpstr>Computer</vt:lpstr>
      <vt:lpstr>Data Processing</vt:lpstr>
      <vt:lpstr>Computer</vt:lpstr>
      <vt:lpstr>Computer</vt:lpstr>
      <vt:lpstr>Slide 6</vt:lpstr>
      <vt:lpstr>Computer Program</vt:lpstr>
      <vt:lpstr>Computer System - Components </vt:lpstr>
      <vt:lpstr>Computer Hardware   Device clarification </vt:lpstr>
      <vt:lpstr>Computer Hardware Input devices</vt:lpstr>
      <vt:lpstr>Keyboard</vt:lpstr>
      <vt:lpstr>Standard Key board</vt:lpstr>
      <vt:lpstr>Computer Hardware  Input Devices</vt:lpstr>
      <vt:lpstr>Computer Hardware  Input Devices</vt:lpstr>
      <vt:lpstr>Computer Hardware  Input Devices</vt:lpstr>
      <vt:lpstr>Computer Hardware  Input Devices</vt:lpstr>
      <vt:lpstr>Computer Hardware  Input Devices</vt:lpstr>
      <vt:lpstr>Computer Hardware  Output Devices</vt:lpstr>
      <vt:lpstr>Processing Devices </vt:lpstr>
      <vt:lpstr>Storage Devices</vt:lpstr>
      <vt:lpstr>Storage Devices- Volatility</vt:lpstr>
      <vt:lpstr>Storage Devices- Mutability</vt:lpstr>
      <vt:lpstr>Primary Storage</vt:lpstr>
      <vt:lpstr>Secondary /Auxiliary Storage</vt:lpstr>
      <vt:lpstr>Storage Devices</vt:lpstr>
      <vt:lpstr>Storage Devices</vt:lpstr>
      <vt:lpstr>A Brief History</vt:lpstr>
      <vt:lpstr>Classifications</vt:lpstr>
      <vt:lpstr>Classification Computational Method</vt:lpstr>
      <vt:lpstr>Classification  Size &amp; Capability</vt:lpstr>
      <vt:lpstr>Super computers</vt:lpstr>
      <vt:lpstr>Mainframes</vt:lpstr>
      <vt:lpstr>Mini Computers</vt:lpstr>
      <vt:lpstr>Micro computers</vt:lpstr>
      <vt:lpstr>Micro computers</vt:lpstr>
      <vt:lpstr>Micro computers</vt:lpstr>
      <vt:lpstr>Micro computers</vt:lpstr>
      <vt:lpstr>Tower case</vt:lpstr>
      <vt:lpstr>Laptop</vt:lpstr>
      <vt:lpstr>Palmtop</vt:lpstr>
      <vt:lpstr>Categorizing based on Purpose</vt:lpstr>
      <vt:lpstr>Categorizing based on Purpose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Janaka</dc:creator>
  <cp:lastModifiedBy>aasik</cp:lastModifiedBy>
  <cp:revision>80</cp:revision>
  <dcterms:created xsi:type="dcterms:W3CDTF">2016-04-01T06:09:59Z</dcterms:created>
  <dcterms:modified xsi:type="dcterms:W3CDTF">2016-04-28T08:33:22Z</dcterms:modified>
</cp:coreProperties>
</file>