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38" d="100"/>
          <a:sy n="38" d="100"/>
        </p:scale>
        <p:origin x="-108" y="-7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86" y="-102"/>
      </p:cViewPr>
      <p:guideLst>
        <p:guide orient="horz" pos="3108"/>
        <p:guide pos="2122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C7F5F9-990C-45CA-A544-E412BEEDA5ED}" type="datetimeFigureOut">
              <a:rPr lang="en-US" smtClean="0"/>
              <a:pPr/>
              <a:t>4/28/2016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smtClean="0"/>
              <a:t>Janaka Rajakaruna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D98BB5-A5DF-4454-9ABC-93ADC18BCBD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028C7-D268-4B3A-BE28-55C5A5BED5DB}" type="datetimeFigureOut">
              <a:rPr lang="en-US" smtClean="0"/>
              <a:pPr/>
              <a:t>4/28/2016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smtClean="0"/>
              <a:t>Janaka Rajakaruna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EC25E-3E72-4910-A92E-65F3C621F4D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8EC25E-3E72-4910-A92E-65F3C621F4D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Week- 01 - Introduction to computer System and its classifications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IT1102 Computer Hardware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4/28/2016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4/28/2016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4/28/2016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DD56F-A681-4805-A5A2-3EFEAD22C2F4}" type="datetimeFigureOut">
              <a:rPr lang="en-US" smtClean="0"/>
              <a:pPr/>
              <a:t>4/28/2016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//upload.wikimedia.org/wikipedia/en/d/dd/Device_Manger_Windows_2003.png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431" y="4800600"/>
            <a:ext cx="8696169" cy="1143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Week 5</a:t>
            </a:r>
          </a:p>
          <a:p>
            <a:r>
              <a:rPr lang="en-US" dirty="0" smtClean="0"/>
              <a:t>Installation and Configuration </a:t>
            </a:r>
            <a:r>
              <a:rPr lang="en-US" smtClean="0"/>
              <a:t>of Driver </a:t>
            </a:r>
            <a:r>
              <a:rPr lang="en-US" dirty="0" smtClean="0"/>
              <a:t>Software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IT1102 </a:t>
            </a:r>
            <a:br>
              <a:rPr lang="en-US" dirty="0" smtClean="0"/>
            </a:br>
            <a:r>
              <a:rPr lang="en-US" dirty="0" smtClean="0"/>
              <a:t>Computer Hardware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57841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3460377"/>
            <a:ext cx="4572000" cy="33976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85344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System software support application software</a:t>
            </a:r>
          </a:p>
          <a:p>
            <a:r>
              <a:rPr lang="en-US" dirty="0" smtClean="0"/>
              <a:t>Provide interface to Hardware devices</a:t>
            </a:r>
          </a:p>
          <a:p>
            <a:pPr lvl="1"/>
            <a:r>
              <a:rPr lang="en-US" dirty="0" smtClean="0"/>
              <a:t>Computer program allowing higher-level computer programs to interact with a hardware device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 smtClean="0"/>
              <a:t>Device Drivers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smtClean="0"/>
              <a:t>Drivers are hardware dependent </a:t>
            </a:r>
          </a:p>
          <a:p>
            <a:pPr lvl="1"/>
            <a:r>
              <a:rPr lang="en-US" dirty="0" smtClean="0"/>
              <a:t>Operating system specific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Device Driver</a:t>
            </a:r>
            <a:endParaRPr lang="en-US" dirty="0"/>
          </a:p>
        </p:txBody>
      </p:sp>
      <p:pic>
        <p:nvPicPr>
          <p:cNvPr id="18434" name="Picture 2" descr="http://www.us.design-reuse.com/news_img/20080630_3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72100" y="3286125"/>
            <a:ext cx="3771900" cy="35718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57750" y="2028825"/>
            <a:ext cx="4286250" cy="353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8153400" cy="4690872"/>
          </a:xfrm>
        </p:spPr>
        <p:txBody>
          <a:bodyPr>
            <a:normAutofit fontScale="77500" lnSpcReduction="20000"/>
          </a:bodyPr>
          <a:lstStyle/>
          <a:p>
            <a:pPr lvl="1"/>
            <a:r>
              <a:rPr lang="en-US" dirty="0" smtClean="0"/>
              <a:t>Calling program invokes a routine in the driver</a:t>
            </a:r>
          </a:p>
          <a:p>
            <a:pPr lvl="1"/>
            <a:r>
              <a:rPr lang="en-US" dirty="0" smtClean="0"/>
              <a:t>Driver issues commands to the device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Device sends data back to the driver</a:t>
            </a:r>
          </a:p>
          <a:p>
            <a:pPr lvl="1"/>
            <a:r>
              <a:rPr lang="en-US" dirty="0" smtClean="0"/>
              <a:t>driver may invoke routines in the calling program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 smtClean="0"/>
              <a:t>Device Drivers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How to get</a:t>
            </a:r>
          </a:p>
          <a:p>
            <a:pPr lvl="1"/>
            <a:r>
              <a:rPr lang="en-US" dirty="0" smtClean="0"/>
              <a:t>Built into the product (Firmware)</a:t>
            </a:r>
          </a:p>
          <a:p>
            <a:pPr lvl="1"/>
            <a:r>
              <a:rPr lang="en-US" dirty="0" smtClean="0"/>
              <a:t>Include with operating system (plug and play)</a:t>
            </a:r>
          </a:p>
          <a:p>
            <a:pPr lvl="1"/>
            <a:r>
              <a:rPr lang="en-US" dirty="0" smtClean="0"/>
              <a:t>Comes with driver CD provided by vender</a:t>
            </a:r>
          </a:p>
          <a:p>
            <a:pPr lvl="1"/>
            <a:r>
              <a:rPr lang="en-US" dirty="0" smtClean="0"/>
              <a:t>Download from internet or vendor web site</a:t>
            </a:r>
          </a:p>
          <a:p>
            <a:endParaRPr lang="en-US" dirty="0" smtClean="0"/>
          </a:p>
          <a:p>
            <a:r>
              <a:rPr lang="en-US" dirty="0" smtClean="0"/>
              <a:t>Important</a:t>
            </a:r>
          </a:p>
          <a:p>
            <a:pPr lvl="1"/>
            <a:r>
              <a:rPr lang="en-US" dirty="0" smtClean="0"/>
              <a:t>After installing some device drivers computer may need to restart </a:t>
            </a:r>
          </a:p>
          <a:p>
            <a:pPr lvl="2"/>
            <a:r>
              <a:rPr lang="en-US" dirty="0" smtClean="0"/>
              <a:t>To read the device drivers in to primary memory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Device Drivers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System tool (software included to OS) </a:t>
            </a:r>
          </a:p>
          <a:p>
            <a:r>
              <a:rPr lang="en-US" dirty="0" smtClean="0"/>
              <a:t>In Microsoft Windows operating systems</a:t>
            </a:r>
          </a:p>
          <a:p>
            <a:r>
              <a:rPr lang="en-US" dirty="0" smtClean="0"/>
              <a:t>Allows users to view and control hardware</a:t>
            </a:r>
          </a:p>
          <a:p>
            <a:r>
              <a:rPr lang="en-US" dirty="0" smtClean="0"/>
              <a:t>Include facilities for view</a:t>
            </a:r>
          </a:p>
          <a:p>
            <a:pPr lvl="1"/>
            <a:r>
              <a:rPr lang="en-US" dirty="0" smtClean="0"/>
              <a:t>List of Devices in computer </a:t>
            </a:r>
          </a:p>
          <a:p>
            <a:pPr lvl="1"/>
            <a:r>
              <a:rPr lang="en-US" dirty="0" smtClean="0"/>
              <a:t>Associated device drivers of HW devices</a:t>
            </a:r>
          </a:p>
          <a:p>
            <a:pPr lvl="1"/>
            <a:r>
              <a:rPr lang="en-US" dirty="0" smtClean="0"/>
              <a:t>Devices by type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Device Manager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Change hardware configuration settings. </a:t>
            </a:r>
          </a:p>
          <a:p>
            <a:r>
              <a:rPr lang="en-US" dirty="0" smtClean="0"/>
              <a:t>Obtain information about each device driver. </a:t>
            </a:r>
          </a:p>
          <a:p>
            <a:r>
              <a:rPr lang="en-US" dirty="0" smtClean="0"/>
              <a:t>Install &amp; updated device drivers. </a:t>
            </a:r>
          </a:p>
          <a:p>
            <a:r>
              <a:rPr lang="en-US" dirty="0" smtClean="0"/>
              <a:t>Disable, enable, and uninstall devices. </a:t>
            </a:r>
          </a:p>
          <a:p>
            <a:r>
              <a:rPr lang="en-US" dirty="0" smtClean="0"/>
              <a:t>Reinstall the previous version of a driver. </a:t>
            </a:r>
          </a:p>
          <a:p>
            <a:r>
              <a:rPr lang="en-US" dirty="0" smtClean="0"/>
              <a:t>Identify device conflicts and manually configure resource settings. </a:t>
            </a:r>
          </a:p>
          <a:p>
            <a:r>
              <a:rPr lang="en-US" dirty="0" smtClean="0"/>
              <a:t>Print a summary of the devices that are installed on your computer. 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Device Manager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Device Manager</a:t>
            </a:r>
            <a:endParaRPr lang="en-US" dirty="0"/>
          </a:p>
        </p:txBody>
      </p:sp>
      <p:pic>
        <p:nvPicPr>
          <p:cNvPr id="4" name="Picture 2" descr="File:Device Manger Windows 2003.pn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375081"/>
            <a:ext cx="7791450" cy="642983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Windows XP</a:t>
            </a:r>
          </a:p>
          <a:p>
            <a:pPr lvl="1"/>
            <a:r>
              <a:rPr lang="en-US" dirty="0" smtClean="0"/>
              <a:t>Control panel -&gt; System-&gt; hardware tab - Device Manager</a:t>
            </a:r>
          </a:p>
          <a:p>
            <a:pPr>
              <a:buNone/>
            </a:pPr>
            <a:r>
              <a:rPr lang="en-US" dirty="0" smtClean="0"/>
              <a:t> </a:t>
            </a:r>
          </a:p>
          <a:p>
            <a:r>
              <a:rPr lang="en-US" dirty="0" smtClean="0"/>
              <a:t>Windows Vista </a:t>
            </a:r>
          </a:p>
          <a:p>
            <a:pPr lvl="1"/>
            <a:r>
              <a:rPr lang="en-US" dirty="0" smtClean="0"/>
              <a:t>Control Panel -&gt; Device Manager</a:t>
            </a:r>
          </a:p>
          <a:p>
            <a:endParaRPr lang="en-US" dirty="0" smtClean="0"/>
          </a:p>
          <a:p>
            <a:r>
              <a:rPr lang="en-US" dirty="0" smtClean="0"/>
              <a:t>Windows 7</a:t>
            </a:r>
          </a:p>
          <a:p>
            <a:pPr lvl="1"/>
            <a:r>
              <a:rPr lang="en-US" dirty="0" smtClean="0"/>
              <a:t>Control Panel -&gt; Device Manager</a:t>
            </a:r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Device Manager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Also known as hot plugging/ hot swapping</a:t>
            </a:r>
          </a:p>
          <a:p>
            <a:r>
              <a:rPr lang="en-US" dirty="0" smtClean="0"/>
              <a:t>Technology to automatically detect the attached HW in a computer system with minimum user intervention 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Automatically detection is a capability of a computer bus</a:t>
            </a:r>
          </a:p>
          <a:p>
            <a:pPr lvl="1"/>
            <a:r>
              <a:rPr lang="en-US" dirty="0" smtClean="0"/>
              <a:t>It facilitates the discovery of a hardware in a system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Plug and Play (PnP)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Plug and Play devices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PS2 mouse or key board</a:t>
            </a:r>
          </a:p>
          <a:p>
            <a:r>
              <a:rPr lang="en-US" dirty="0" smtClean="0"/>
              <a:t>All USB using devices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1255</TotalTime>
  <Words>304</Words>
  <Application>Microsoft Office PowerPoint</Application>
  <PresentationFormat>On-screen Show (4:3)</PresentationFormat>
  <Paragraphs>70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HNDIT</vt:lpstr>
      <vt:lpstr>IT1102  Computer Hardware</vt:lpstr>
      <vt:lpstr>Device Drivers</vt:lpstr>
      <vt:lpstr>Device Driver</vt:lpstr>
      <vt:lpstr>Device Drivers</vt:lpstr>
      <vt:lpstr>Device Drivers</vt:lpstr>
      <vt:lpstr>Device Manager</vt:lpstr>
      <vt:lpstr>Device Manager</vt:lpstr>
      <vt:lpstr>Device Manager</vt:lpstr>
      <vt:lpstr>Device Manager</vt:lpstr>
      <vt:lpstr>Plug and Play (PnP)</vt:lpstr>
      <vt:lpstr>Plug and Play devices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Janaka</dc:creator>
  <cp:lastModifiedBy>aasik</cp:lastModifiedBy>
  <cp:revision>208</cp:revision>
  <dcterms:created xsi:type="dcterms:W3CDTF">2016-04-01T06:09:59Z</dcterms:created>
  <dcterms:modified xsi:type="dcterms:W3CDTF">2016-04-28T08:37:21Z</dcterms:modified>
</cp:coreProperties>
</file>