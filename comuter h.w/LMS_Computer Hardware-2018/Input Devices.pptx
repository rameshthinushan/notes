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Shape 21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Shape 22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Shape 2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Shape 23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Shape 2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Shape 25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Shape 2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Shape 26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Shape 2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Shape 2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Shape 2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Shape 29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Shape 30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Shape 3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Shape 3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Shape 32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Shape 33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Shape 3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Shape 34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Shape 3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Shape 35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Shape 36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Shape 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hape 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Shape 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Shape 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Shape 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Shape 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Shape 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Shape 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Shape 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Shape 3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Shape 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Shape 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Shape 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Shape 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Shape 5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Shape 5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Shape 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Shape 5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Shape 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Shape 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Shape 6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Shape 6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Shape 6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Shape 7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Shape 7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Shape 7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Shape 77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Shape 7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46">
  <p:cSld name="AUTOLAYOUT_50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Shape 84"/>
          <p:cNvSpPr/>
          <p:nvPr/>
        </p:nvSpPr>
        <p:spPr>
          <a:xfrm>
            <a:off x="-25" y="0"/>
            <a:ext cx="9144000" cy="174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Shape 85"/>
          <p:cNvSpPr/>
          <p:nvPr/>
        </p:nvSpPr>
        <p:spPr>
          <a:xfrm>
            <a:off x="6551675" y="0"/>
            <a:ext cx="2592300" cy="1741500"/>
          </a:xfrm>
          <a:prstGeom prst="rect">
            <a:avLst/>
          </a:prstGeom>
          <a:solidFill>
            <a:srgbClr val="FFFFFF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Shape 86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Shape 87"/>
          <p:cNvSpPr/>
          <p:nvPr/>
        </p:nvSpPr>
        <p:spPr>
          <a:xfrm rot="10800000">
            <a:off x="3991228" y="0"/>
            <a:ext cx="1727100" cy="1741500"/>
          </a:xfrm>
          <a:prstGeom prst="flowChartDelay">
            <a:avLst/>
          </a:pr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Shape 88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4431837" y="0"/>
            <a:ext cx="1727100" cy="1741500"/>
          </a:xfrm>
          <a:prstGeom prst="flowChartDelay">
            <a:avLst/>
          </a:prstGeom>
          <a:solidFill>
            <a:srgbClr val="FFFFFF">
              <a:alpha val="188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Shape 90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Shape 91"/>
          <p:cNvSpPr/>
          <p:nvPr/>
        </p:nvSpPr>
        <p:spPr>
          <a:xfrm rot="10800000">
            <a:off x="4856511" y="0"/>
            <a:ext cx="1727100" cy="1741500"/>
          </a:xfrm>
          <a:prstGeom prst="flowChartDelay">
            <a:avLst/>
          </a:prstGeom>
          <a:solidFill>
            <a:srgbClr val="FFFFFF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Shape 92"/>
          <p:cNvSpPr txBox="1"/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2984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Shape 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8">
  <p:cSld name="AUTOLAYOUT_21"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Shape 97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" name="Shape 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24">
  <p:cSld name="AUTOLAYOUT_27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3389100" y="0"/>
            <a:ext cx="57549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Shape 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Shape 104"/>
          <p:cNvSpPr txBox="1"/>
          <p:nvPr>
            <p:ph type="title"/>
          </p:nvPr>
        </p:nvSpPr>
        <p:spPr>
          <a:xfrm>
            <a:off x="321825" y="694100"/>
            <a:ext cx="2651400" cy="1781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5" name="Shape 105"/>
          <p:cNvCxnSpPr/>
          <p:nvPr/>
        </p:nvCxnSpPr>
        <p:spPr>
          <a:xfrm>
            <a:off x="372950" y="511683"/>
            <a:ext cx="642300" cy="0"/>
          </a:xfrm>
          <a:prstGeom prst="straightConnector1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Shape 106"/>
          <p:cNvSpPr txBox="1"/>
          <p:nvPr>
            <p:ph idx="1" type="body"/>
          </p:nvPr>
        </p:nvSpPr>
        <p:spPr>
          <a:xfrm>
            <a:off x="321825" y="2506879"/>
            <a:ext cx="2651400" cy="193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25">
  <p:cSld name="AUTOLAYOUT_28"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Shape 109"/>
          <p:cNvSpPr/>
          <p:nvPr/>
        </p:nvSpPr>
        <p:spPr>
          <a:xfrm>
            <a:off x="3047650" y="0"/>
            <a:ext cx="60963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Shape 110"/>
          <p:cNvSpPr/>
          <p:nvPr/>
        </p:nvSpPr>
        <p:spPr>
          <a:xfrm>
            <a:off x="205218" y="201292"/>
            <a:ext cx="408900" cy="3819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Shape 111"/>
          <p:cNvSpPr/>
          <p:nvPr/>
        </p:nvSpPr>
        <p:spPr>
          <a:xfrm>
            <a:off x="205218" y="201292"/>
            <a:ext cx="408900" cy="381900"/>
          </a:xfrm>
          <a:prstGeom prst="flowChartDelay">
            <a:avLst/>
          </a:prstGeom>
          <a:solidFill>
            <a:srgbClr val="FFFFFF">
              <a:alpha val="125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Shape 112"/>
          <p:cNvSpPr/>
          <p:nvPr/>
        </p:nvSpPr>
        <p:spPr>
          <a:xfrm>
            <a:off x="100882" y="201292"/>
            <a:ext cx="408900" cy="3819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100882" y="201292"/>
            <a:ext cx="408900" cy="381900"/>
          </a:xfrm>
          <a:prstGeom prst="flowChartDelay">
            <a:avLst/>
          </a:prstGeom>
          <a:solidFill>
            <a:srgbClr val="FFFFFF">
              <a:alpha val="188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319" y="201292"/>
            <a:ext cx="408900" cy="381900"/>
          </a:xfrm>
          <a:prstGeom prst="flowChartDelay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Shape 115"/>
          <p:cNvSpPr/>
          <p:nvPr/>
        </p:nvSpPr>
        <p:spPr>
          <a:xfrm>
            <a:off x="319" y="201292"/>
            <a:ext cx="408900" cy="381900"/>
          </a:xfrm>
          <a:prstGeom prst="flowChartDelay">
            <a:avLst/>
          </a:prstGeom>
          <a:solidFill>
            <a:srgbClr val="FFFFFF">
              <a:alpha val="250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Shape 116"/>
          <p:cNvSpPr txBox="1"/>
          <p:nvPr>
            <p:ph type="title"/>
          </p:nvPr>
        </p:nvSpPr>
        <p:spPr>
          <a:xfrm>
            <a:off x="233600" y="829550"/>
            <a:ext cx="2566200" cy="892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233600" y="1798300"/>
            <a:ext cx="2566200" cy="2977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Shape 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26">
  <p:cSld name="AUTOLAYOUT_29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/>
        </p:nvSpPr>
        <p:spPr>
          <a:xfrm>
            <a:off x="3047650" y="0"/>
            <a:ext cx="60963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Shape 1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" name="Shape 122"/>
          <p:cNvGrpSpPr/>
          <p:nvPr/>
        </p:nvGrpSpPr>
        <p:grpSpPr>
          <a:xfrm>
            <a:off x="2" y="4713898"/>
            <a:ext cx="3047923" cy="429600"/>
            <a:chOff x="-73" y="4713898"/>
            <a:chExt cx="3047923" cy="429600"/>
          </a:xfrm>
        </p:grpSpPr>
        <p:sp>
          <p:nvSpPr>
            <p:cNvPr id="123" name="Shape 123"/>
            <p:cNvSpPr/>
            <p:nvPr/>
          </p:nvSpPr>
          <p:spPr>
            <a:xfrm rot="-5400000">
              <a:off x="2452050" y="4547698"/>
              <a:ext cx="429600" cy="762000"/>
            </a:xfrm>
            <a:prstGeom prst="rtTriangl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 rot="-5400000">
              <a:off x="928119" y="4547698"/>
              <a:ext cx="429600" cy="762000"/>
            </a:xfrm>
            <a:prstGeom prst="rtTriangl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Shape 125"/>
            <p:cNvSpPr/>
            <p:nvPr/>
          </p:nvSpPr>
          <p:spPr>
            <a:xfrm flipH="1" rot="5400000">
              <a:off x="1689952" y="4547698"/>
              <a:ext cx="429600" cy="762000"/>
            </a:xfrm>
            <a:prstGeom prst="rtTriangle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Shape 126"/>
            <p:cNvSpPr/>
            <p:nvPr/>
          </p:nvSpPr>
          <p:spPr>
            <a:xfrm flipH="1" rot="5400000">
              <a:off x="166127" y="4547698"/>
              <a:ext cx="429600" cy="762000"/>
            </a:xfrm>
            <a:prstGeom prst="rtTriangle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Shape 127"/>
          <p:cNvSpPr txBox="1"/>
          <p:nvPr>
            <p:ph type="title"/>
          </p:nvPr>
        </p:nvSpPr>
        <p:spPr>
          <a:xfrm>
            <a:off x="185350" y="679625"/>
            <a:ext cx="2683200" cy="1042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rgbClr val="212121"/>
                </a:solidFill>
              </a:defRPr>
            </a:lvl9pPr>
          </a:lstStyle>
          <a:p/>
        </p:txBody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185350" y="1798300"/>
            <a:ext cx="2683200" cy="2540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1600"/>
              <a:buChar char="●"/>
              <a:defRPr sz="1600">
                <a:solidFill>
                  <a:srgbClr val="616161"/>
                </a:solidFill>
              </a:defRPr>
            </a:lvl1pPr>
            <a:lvl2pPr indent="-2984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2pPr>
            <a:lvl3pPr indent="-29845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●"/>
              <a:defRPr sz="1400">
                <a:solidFill>
                  <a:srgbClr val="616161"/>
                </a:solidFill>
              </a:defRPr>
            </a:lvl4pPr>
            <a:lvl5pPr indent="-29845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5pPr>
            <a:lvl6pPr indent="-2984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6pPr>
            <a:lvl7pPr indent="-29845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●"/>
              <a:defRPr sz="1400">
                <a:solidFill>
                  <a:srgbClr val="616161"/>
                </a:solidFill>
              </a:defRPr>
            </a:lvl7pPr>
            <a:lvl8pPr indent="-2984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100"/>
              <a:buChar char="○"/>
              <a:defRPr sz="1400">
                <a:solidFill>
                  <a:srgbClr val="616161"/>
                </a:solidFill>
              </a:defRPr>
            </a:lvl8pPr>
            <a:lvl9pPr indent="-29845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16161"/>
              </a:buClr>
              <a:buSzPts val="1100"/>
              <a:buChar char="■"/>
              <a:defRPr sz="1400">
                <a:solidFill>
                  <a:srgbClr val="616161"/>
                </a:solidFill>
              </a:defRPr>
            </a:lvl9pPr>
          </a:lstStyle>
          <a:p/>
        </p:txBody>
      </p:sp>
      <p:sp>
        <p:nvSpPr>
          <p:cNvPr id="129" name="Shape 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27">
  <p:cSld name="AUTOLAYOUT_30"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Shape 132"/>
          <p:cNvSpPr txBox="1"/>
          <p:nvPr>
            <p:ph type="title"/>
          </p:nvPr>
        </p:nvSpPr>
        <p:spPr>
          <a:xfrm>
            <a:off x="291875" y="406900"/>
            <a:ext cx="4813500" cy="1388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x="291975" y="1854951"/>
            <a:ext cx="4813500" cy="2577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4" name="Shape 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29">
  <p:cSld name="AUTOLAYOUT_3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EA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Shape 137"/>
          <p:cNvCxnSpPr/>
          <p:nvPr/>
        </p:nvCxnSpPr>
        <p:spPr>
          <a:xfrm rot="10800000">
            <a:off x="398200" y="977175"/>
            <a:ext cx="505800" cy="0"/>
          </a:xfrm>
          <a:prstGeom prst="straightConnector1">
            <a:avLst/>
          </a:prstGeom>
          <a:noFill/>
          <a:ln cap="flat" cmpd="sng" w="19050">
            <a:solidFill>
              <a:srgbClr val="FF58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Shape 138"/>
          <p:cNvSpPr txBox="1"/>
          <p:nvPr>
            <p:ph type="title"/>
          </p:nvPr>
        </p:nvSpPr>
        <p:spPr>
          <a:xfrm>
            <a:off x="311700" y="1153900"/>
            <a:ext cx="2655000" cy="85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9" name="Shape 139"/>
          <p:cNvSpPr txBox="1"/>
          <p:nvPr>
            <p:ph idx="1" type="body"/>
          </p:nvPr>
        </p:nvSpPr>
        <p:spPr>
          <a:xfrm>
            <a:off x="311700" y="2022050"/>
            <a:ext cx="2655000" cy="2928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Char char="●"/>
              <a:defRPr sz="1000">
                <a:solidFill>
                  <a:srgbClr val="434343"/>
                </a:solidFill>
              </a:defRPr>
            </a:lvl1pPr>
            <a:lvl2pPr indent="-2921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○"/>
              <a:defRPr sz="1000">
                <a:solidFill>
                  <a:srgbClr val="434343"/>
                </a:solidFill>
              </a:defRPr>
            </a:lvl2pPr>
            <a:lvl3pPr indent="-2921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■"/>
              <a:defRPr sz="1000">
                <a:solidFill>
                  <a:srgbClr val="434343"/>
                </a:solidFill>
              </a:defRPr>
            </a:lvl3pPr>
            <a:lvl4pPr indent="-2921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●"/>
              <a:defRPr sz="1000">
                <a:solidFill>
                  <a:srgbClr val="434343"/>
                </a:solidFill>
              </a:defRPr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○"/>
              <a:defRPr sz="1000">
                <a:solidFill>
                  <a:srgbClr val="434343"/>
                </a:solidFill>
              </a:defRPr>
            </a:lvl5pPr>
            <a:lvl6pPr indent="-2921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■"/>
              <a:defRPr sz="1000">
                <a:solidFill>
                  <a:srgbClr val="434343"/>
                </a:solidFill>
              </a:defRPr>
            </a:lvl6pPr>
            <a:lvl7pPr indent="-2921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●"/>
              <a:defRPr sz="1000">
                <a:solidFill>
                  <a:srgbClr val="434343"/>
                </a:solidFill>
              </a:defRPr>
            </a:lvl7pPr>
            <a:lvl8pPr indent="-2921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000"/>
              <a:buChar char="○"/>
              <a:defRPr sz="1000">
                <a:solidFill>
                  <a:srgbClr val="434343"/>
                </a:solidFill>
              </a:defRPr>
            </a:lvl8pPr>
            <a:lvl9pPr indent="-2921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000"/>
              <a:buChar char="■"/>
              <a:defRPr sz="1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0" name="Shape 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58">
  <p:cSld name="AUTOLAYOUT_63"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Shape 143"/>
          <p:cNvSpPr/>
          <p:nvPr/>
        </p:nvSpPr>
        <p:spPr>
          <a:xfrm>
            <a:off x="4574400" y="0"/>
            <a:ext cx="45696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Shape 144"/>
          <p:cNvSpPr/>
          <p:nvPr/>
        </p:nvSpPr>
        <p:spPr>
          <a:xfrm>
            <a:off x="5323050" y="555900"/>
            <a:ext cx="3075000" cy="4031700"/>
          </a:xfrm>
          <a:prstGeom prst="rect">
            <a:avLst/>
          </a:prstGeom>
          <a:solidFill>
            <a:srgbClr val="F1EAE2"/>
          </a:solidFill>
          <a:ln cap="flat" cmpd="sng" w="9525">
            <a:solidFill>
              <a:srgbClr val="BDBDBD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Shape 145"/>
          <p:cNvSpPr txBox="1"/>
          <p:nvPr>
            <p:ph type="title"/>
          </p:nvPr>
        </p:nvSpPr>
        <p:spPr>
          <a:xfrm>
            <a:off x="291875" y="406900"/>
            <a:ext cx="3978000" cy="1388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rgbClr val="F1EAE2"/>
                </a:solidFill>
              </a:defRPr>
            </a:lvl9pPr>
          </a:lstStyle>
          <a:p/>
        </p:txBody>
      </p:sp>
      <p:sp>
        <p:nvSpPr>
          <p:cNvPr id="146" name="Shape 146"/>
          <p:cNvSpPr txBox="1"/>
          <p:nvPr>
            <p:ph idx="1" type="body"/>
          </p:nvPr>
        </p:nvSpPr>
        <p:spPr>
          <a:xfrm>
            <a:off x="291950" y="1854951"/>
            <a:ext cx="3978000" cy="2577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" name="Shape 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59">
  <p:cSld name="AUTOLAYOUT_64">
    <p:bg>
      <p:bgPr>
        <a:solidFill>
          <a:srgbClr val="2D314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hape 150"/>
          <p:cNvSpPr/>
          <p:nvPr/>
        </p:nvSpPr>
        <p:spPr>
          <a:xfrm>
            <a:off x="336579" y="333100"/>
            <a:ext cx="8470800" cy="4505700"/>
          </a:xfrm>
          <a:prstGeom prst="rect">
            <a:avLst/>
          </a:prstGeom>
          <a:solidFill>
            <a:srgbClr val="2D314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Shape 151"/>
          <p:cNvSpPr/>
          <p:nvPr/>
        </p:nvSpPr>
        <p:spPr>
          <a:xfrm>
            <a:off x="141725" y="656801"/>
            <a:ext cx="8860500" cy="3858300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Shape 152"/>
          <p:cNvSpPr txBox="1"/>
          <p:nvPr>
            <p:ph type="title"/>
          </p:nvPr>
        </p:nvSpPr>
        <p:spPr>
          <a:xfrm>
            <a:off x="813263" y="977425"/>
            <a:ext cx="4252200" cy="1591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000"/>
              <a:buNone/>
              <a:defRPr b="1" sz="3000">
                <a:solidFill>
                  <a:srgbClr val="F2D7EE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200"/>
              <a:buNone/>
              <a:defRPr b="1" sz="3200">
                <a:solidFill>
                  <a:srgbClr val="F2D7EE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200"/>
              <a:buNone/>
              <a:defRPr b="1" sz="3200">
                <a:solidFill>
                  <a:srgbClr val="F2D7EE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200"/>
              <a:buNone/>
              <a:defRPr b="1" sz="3200">
                <a:solidFill>
                  <a:srgbClr val="F2D7EE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200"/>
              <a:buNone/>
              <a:defRPr b="1" sz="3200">
                <a:solidFill>
                  <a:srgbClr val="F2D7EE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200"/>
              <a:buNone/>
              <a:defRPr b="1" sz="3200">
                <a:solidFill>
                  <a:srgbClr val="F2D7EE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200"/>
              <a:buNone/>
              <a:defRPr b="1" sz="3200">
                <a:solidFill>
                  <a:srgbClr val="F2D7EE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200"/>
              <a:buNone/>
              <a:defRPr b="1" sz="3200">
                <a:solidFill>
                  <a:srgbClr val="F2D7EE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3200"/>
              <a:buNone/>
              <a:defRPr b="1" sz="3200">
                <a:solidFill>
                  <a:srgbClr val="F2D7EE"/>
                </a:solidFill>
              </a:defRPr>
            </a:lvl9pPr>
          </a:lstStyle>
          <a:p/>
        </p:txBody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813263" y="2651475"/>
            <a:ext cx="4252200" cy="1541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D7EE"/>
              </a:buClr>
              <a:buSzPts val="1400"/>
              <a:buChar char="●"/>
              <a:defRPr sz="1400">
                <a:solidFill>
                  <a:srgbClr val="F2D7EE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2D7EE"/>
              </a:buClr>
              <a:buSzPts val="1200"/>
              <a:buChar char="○"/>
              <a:defRPr sz="1200">
                <a:solidFill>
                  <a:srgbClr val="F2D7EE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2D7EE"/>
              </a:buClr>
              <a:buSzPts val="1200"/>
              <a:buChar char="■"/>
              <a:defRPr sz="1200">
                <a:solidFill>
                  <a:srgbClr val="F2D7EE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2D7EE"/>
              </a:buClr>
              <a:buSzPts val="1200"/>
              <a:buChar char="●"/>
              <a:defRPr sz="1200">
                <a:solidFill>
                  <a:srgbClr val="F2D7EE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2D7EE"/>
              </a:buClr>
              <a:buSzPts val="1200"/>
              <a:buChar char="○"/>
              <a:defRPr sz="1200">
                <a:solidFill>
                  <a:srgbClr val="F2D7EE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2D7EE"/>
              </a:buClr>
              <a:buSzPts val="1200"/>
              <a:buChar char="■"/>
              <a:defRPr sz="1200">
                <a:solidFill>
                  <a:srgbClr val="F2D7EE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2D7EE"/>
              </a:buClr>
              <a:buSzPts val="1200"/>
              <a:buChar char="●"/>
              <a:defRPr sz="1200">
                <a:solidFill>
                  <a:srgbClr val="F2D7EE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2D7EE"/>
              </a:buClr>
              <a:buSzPts val="1200"/>
              <a:buChar char="○"/>
              <a:defRPr sz="1200">
                <a:solidFill>
                  <a:srgbClr val="F2D7EE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2D7EE"/>
              </a:buClr>
              <a:buSzPts val="1200"/>
              <a:buChar char="■"/>
              <a:defRPr sz="1200">
                <a:solidFill>
                  <a:srgbClr val="F2D7EE"/>
                </a:solidFill>
              </a:defRPr>
            </a:lvl9pPr>
          </a:lstStyle>
          <a:p/>
        </p:txBody>
      </p:sp>
      <p:sp>
        <p:nvSpPr>
          <p:cNvPr id="154" name="Shape 15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60">
  <p:cSld name="AUTOLAYOUT_65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9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reen ribbon graphic element" id="157" name="Shape 157" title="Graphic ribbon"/>
          <p:cNvPicPr preferRelativeResize="0"/>
          <p:nvPr/>
        </p:nvPicPr>
        <p:blipFill rotWithShape="1">
          <a:blip r:embed="rId2">
            <a:alphaModFix/>
          </a:blip>
          <a:srcRect b="39320" l="0" r="0" t="0"/>
          <a:stretch/>
        </p:blipFill>
        <p:spPr>
          <a:xfrm>
            <a:off x="5109175" y="3775700"/>
            <a:ext cx="3123900" cy="1367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ribbon graphic element" id="158" name="Shape 158" title="Graphic ribbon"/>
          <p:cNvPicPr preferRelativeResize="0"/>
          <p:nvPr/>
        </p:nvPicPr>
        <p:blipFill rotWithShape="1">
          <a:blip r:embed="rId2">
            <a:alphaModFix/>
          </a:blip>
          <a:srcRect b="39320" l="0" r="12838" t="0"/>
          <a:stretch/>
        </p:blipFill>
        <p:spPr>
          <a:xfrm>
            <a:off x="6421300" y="3775700"/>
            <a:ext cx="2722699" cy="1367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Shape 159"/>
          <p:cNvSpPr txBox="1"/>
          <p:nvPr>
            <p:ph type="ctrTitle"/>
          </p:nvPr>
        </p:nvSpPr>
        <p:spPr>
          <a:xfrm>
            <a:off x="323525" y="323525"/>
            <a:ext cx="3780300" cy="174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0" name="Shape 160"/>
          <p:cNvSpPr txBox="1"/>
          <p:nvPr>
            <p:ph idx="1" type="body"/>
          </p:nvPr>
        </p:nvSpPr>
        <p:spPr>
          <a:xfrm>
            <a:off x="323525" y="2177775"/>
            <a:ext cx="3780300" cy="2254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1" name="Shape 1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62">
  <p:cSld name="AUTOLAYOUT_67">
    <p:bg>
      <p:bgPr>
        <a:solidFill>
          <a:srgbClr val="F7EFE4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Shape 164"/>
          <p:cNvSpPr/>
          <p:nvPr/>
        </p:nvSpPr>
        <p:spPr>
          <a:xfrm>
            <a:off x="918451" y="4437550"/>
            <a:ext cx="944700" cy="82800"/>
          </a:xfrm>
          <a:prstGeom prst="rect">
            <a:avLst/>
          </a:prstGeom>
          <a:solidFill>
            <a:srgbClr val="9578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Shape 165"/>
          <p:cNvSpPr txBox="1"/>
          <p:nvPr>
            <p:ph type="title"/>
          </p:nvPr>
        </p:nvSpPr>
        <p:spPr>
          <a:xfrm>
            <a:off x="826750" y="596425"/>
            <a:ext cx="5379600" cy="1588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3200"/>
              <a:buNone/>
              <a:defRPr b="1" sz="3200">
                <a:solidFill>
                  <a:srgbClr val="221E1F"/>
                </a:solidFill>
              </a:defRPr>
            </a:lvl9pPr>
          </a:lstStyle>
          <a:p/>
        </p:txBody>
      </p:sp>
      <p:sp>
        <p:nvSpPr>
          <p:cNvPr id="166" name="Shape 166"/>
          <p:cNvSpPr txBox="1"/>
          <p:nvPr>
            <p:ph idx="1" type="body"/>
          </p:nvPr>
        </p:nvSpPr>
        <p:spPr>
          <a:xfrm>
            <a:off x="826750" y="2303925"/>
            <a:ext cx="5379600" cy="1732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1400"/>
              <a:buChar char="●"/>
              <a:defRPr sz="1400">
                <a:solidFill>
                  <a:srgbClr val="616161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200"/>
              <a:buChar char="○"/>
              <a:defRPr sz="1200">
                <a:solidFill>
                  <a:srgbClr val="616161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200"/>
              <a:buChar char="■"/>
              <a:defRPr sz="1200">
                <a:solidFill>
                  <a:srgbClr val="616161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200"/>
              <a:buChar char="●"/>
              <a:defRPr sz="1200">
                <a:solidFill>
                  <a:srgbClr val="616161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200"/>
              <a:buChar char="○"/>
              <a:defRPr sz="1200">
                <a:solidFill>
                  <a:srgbClr val="616161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200"/>
              <a:buChar char="■"/>
              <a:defRPr sz="1200">
                <a:solidFill>
                  <a:srgbClr val="616161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200"/>
              <a:buChar char="●"/>
              <a:defRPr sz="1200">
                <a:solidFill>
                  <a:srgbClr val="616161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16161"/>
              </a:buClr>
              <a:buSzPts val="1200"/>
              <a:buChar char="○"/>
              <a:defRPr sz="1200">
                <a:solidFill>
                  <a:srgbClr val="616161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16161"/>
              </a:buClr>
              <a:buSzPts val="1200"/>
              <a:buChar char="■"/>
              <a:defRPr sz="1200">
                <a:solidFill>
                  <a:srgbClr val="616161"/>
                </a:solidFill>
              </a:defRPr>
            </a:lvl9pPr>
          </a:lstStyle>
          <a:p/>
        </p:txBody>
      </p:sp>
      <p:sp>
        <p:nvSpPr>
          <p:cNvPr id="167" name="Shape 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221E1F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63">
  <p:cSld name="AUTOLAYOUT_68"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Shape 170"/>
          <p:cNvCxnSpPr/>
          <p:nvPr/>
        </p:nvCxnSpPr>
        <p:spPr>
          <a:xfrm>
            <a:off x="3334775" y="635225"/>
            <a:ext cx="282900" cy="0"/>
          </a:xfrm>
          <a:prstGeom prst="straightConnector1">
            <a:avLst/>
          </a:prstGeom>
          <a:noFill/>
          <a:ln cap="flat" cmpd="sng" w="19050">
            <a:solidFill>
              <a:srgbClr val="FFCA2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Shape 171"/>
          <p:cNvCxnSpPr/>
          <p:nvPr/>
        </p:nvCxnSpPr>
        <p:spPr>
          <a:xfrm>
            <a:off x="6258200" y="635225"/>
            <a:ext cx="282900" cy="0"/>
          </a:xfrm>
          <a:prstGeom prst="straightConnector1">
            <a:avLst/>
          </a:prstGeom>
          <a:noFill/>
          <a:ln cap="flat" cmpd="sng" w="19050">
            <a:solidFill>
              <a:srgbClr val="FFCA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Shape 172"/>
          <p:cNvSpPr txBox="1"/>
          <p:nvPr>
            <p:ph type="title"/>
          </p:nvPr>
        </p:nvSpPr>
        <p:spPr>
          <a:xfrm>
            <a:off x="305500" y="477800"/>
            <a:ext cx="2668200" cy="4182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A28"/>
              </a:buClr>
              <a:buSzPts val="2400"/>
              <a:buNone/>
              <a:defRPr b="1" sz="2400">
                <a:solidFill>
                  <a:srgbClr val="FFCA28"/>
                </a:solidFill>
              </a:defRPr>
            </a:lvl9pPr>
          </a:lstStyle>
          <a:p/>
        </p:txBody>
      </p:sp>
      <p:sp>
        <p:nvSpPr>
          <p:cNvPr id="173" name="Shape 173"/>
          <p:cNvSpPr txBox="1"/>
          <p:nvPr>
            <p:ph idx="1" type="body"/>
          </p:nvPr>
        </p:nvSpPr>
        <p:spPr>
          <a:xfrm>
            <a:off x="3237900" y="751250"/>
            <a:ext cx="2668200" cy="3909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4" name="Shape 174"/>
          <p:cNvSpPr txBox="1"/>
          <p:nvPr>
            <p:ph idx="2" type="body"/>
          </p:nvPr>
        </p:nvSpPr>
        <p:spPr>
          <a:xfrm>
            <a:off x="6170300" y="751250"/>
            <a:ext cx="2668200" cy="3909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 sz="1400">
                <a:solidFill>
                  <a:srgbClr val="FFFFFF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5" name="Shape 1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61">
  <p:cSld name="AUTOLAYOUT_66"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Shape 178"/>
          <p:cNvSpPr/>
          <p:nvPr/>
        </p:nvSpPr>
        <p:spPr>
          <a:xfrm>
            <a:off x="0" y="0"/>
            <a:ext cx="3585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Shape 179"/>
          <p:cNvSpPr/>
          <p:nvPr/>
        </p:nvSpPr>
        <p:spPr>
          <a:xfrm>
            <a:off x="4108825" y="636500"/>
            <a:ext cx="1944900" cy="5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Shape 180"/>
          <p:cNvSpPr/>
          <p:nvPr/>
        </p:nvSpPr>
        <p:spPr>
          <a:xfrm>
            <a:off x="388425" y="636500"/>
            <a:ext cx="2789700" cy="579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Shape 181"/>
          <p:cNvSpPr txBox="1"/>
          <p:nvPr>
            <p:ph type="title"/>
          </p:nvPr>
        </p:nvSpPr>
        <p:spPr>
          <a:xfrm>
            <a:off x="308775" y="770525"/>
            <a:ext cx="2866800" cy="3753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2" name="Shape 182"/>
          <p:cNvSpPr txBox="1"/>
          <p:nvPr>
            <p:ph idx="1" type="body"/>
          </p:nvPr>
        </p:nvSpPr>
        <p:spPr>
          <a:xfrm>
            <a:off x="4022850" y="770525"/>
            <a:ext cx="4919400" cy="3811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83" name="Shape 1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45">
  <p:cSld name="AUTOLAYOUT_49"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Shape 186"/>
          <p:cNvGrpSpPr/>
          <p:nvPr/>
        </p:nvGrpSpPr>
        <p:grpSpPr>
          <a:xfrm>
            <a:off x="4870649" y="2121826"/>
            <a:ext cx="3764843" cy="64502"/>
            <a:chOff x="595675" y="2820050"/>
            <a:chExt cx="7952774" cy="64502"/>
          </a:xfrm>
        </p:grpSpPr>
        <p:sp>
          <p:nvSpPr>
            <p:cNvPr id="187" name="Shape 187"/>
            <p:cNvSpPr/>
            <p:nvPr/>
          </p:nvSpPr>
          <p:spPr>
            <a:xfrm>
              <a:off x="2186208" y="2820050"/>
              <a:ext cx="1620000" cy="64500"/>
            </a:xfrm>
            <a:prstGeom prst="rect">
              <a:avLst/>
            </a:prstGeom>
            <a:solidFill>
              <a:srgbClr val="D628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Shape 188"/>
            <p:cNvSpPr/>
            <p:nvPr/>
          </p:nvSpPr>
          <p:spPr>
            <a:xfrm>
              <a:off x="3776784" y="2820050"/>
              <a:ext cx="1620000" cy="64500"/>
            </a:xfrm>
            <a:prstGeom prst="rect">
              <a:avLst/>
            </a:prstGeom>
            <a:solidFill>
              <a:srgbClr val="F77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Shape 189"/>
            <p:cNvSpPr/>
            <p:nvPr/>
          </p:nvSpPr>
          <p:spPr>
            <a:xfrm>
              <a:off x="5373056" y="2820052"/>
              <a:ext cx="1596300" cy="64500"/>
            </a:xfrm>
            <a:prstGeom prst="rect">
              <a:avLst/>
            </a:prstGeom>
            <a:solidFill>
              <a:srgbClr val="FCB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Shape 190"/>
            <p:cNvSpPr/>
            <p:nvPr/>
          </p:nvSpPr>
          <p:spPr>
            <a:xfrm>
              <a:off x="595675" y="2820050"/>
              <a:ext cx="1590600" cy="64500"/>
            </a:xfrm>
            <a:prstGeom prst="rect">
              <a:avLst/>
            </a:prstGeom>
            <a:solidFill>
              <a:srgbClr val="003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Shape 191"/>
            <p:cNvSpPr/>
            <p:nvPr/>
          </p:nvSpPr>
          <p:spPr>
            <a:xfrm>
              <a:off x="6957849" y="2820050"/>
              <a:ext cx="1590600" cy="64500"/>
            </a:xfrm>
            <a:prstGeom prst="rect">
              <a:avLst/>
            </a:prstGeom>
            <a:solidFill>
              <a:srgbClr val="EAE2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Shape 192"/>
          <p:cNvSpPr txBox="1"/>
          <p:nvPr>
            <p:ph type="title"/>
          </p:nvPr>
        </p:nvSpPr>
        <p:spPr>
          <a:xfrm>
            <a:off x="4771875" y="545025"/>
            <a:ext cx="3880800" cy="143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93" name="Shape 193"/>
          <p:cNvSpPr txBox="1"/>
          <p:nvPr>
            <p:ph idx="1" type="body"/>
          </p:nvPr>
        </p:nvSpPr>
        <p:spPr>
          <a:xfrm>
            <a:off x="4771875" y="2324775"/>
            <a:ext cx="3880800" cy="227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94" name="Shape 1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52">
  <p:cSld name="AUTOLAYOUT_56"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4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" name="Shape 197"/>
          <p:cNvCxnSpPr/>
          <p:nvPr/>
        </p:nvCxnSpPr>
        <p:spPr>
          <a:xfrm>
            <a:off x="311700" y="312013"/>
            <a:ext cx="670500" cy="670200"/>
          </a:xfrm>
          <a:prstGeom prst="straightConnector1">
            <a:avLst/>
          </a:prstGeom>
          <a:noFill/>
          <a:ln cap="flat" cmpd="sng" w="9525">
            <a:solidFill>
              <a:srgbClr val="F6F2D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Shape 198"/>
          <p:cNvSpPr txBox="1"/>
          <p:nvPr>
            <p:ph type="title"/>
          </p:nvPr>
        </p:nvSpPr>
        <p:spPr>
          <a:xfrm>
            <a:off x="311700" y="1153900"/>
            <a:ext cx="2655000" cy="85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9" name="Shape 199"/>
          <p:cNvSpPr txBox="1"/>
          <p:nvPr>
            <p:ph idx="1" type="body"/>
          </p:nvPr>
        </p:nvSpPr>
        <p:spPr>
          <a:xfrm>
            <a:off x="311700" y="2022050"/>
            <a:ext cx="2655000" cy="2928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F2D2"/>
              </a:buClr>
              <a:buSzPts val="1000"/>
              <a:buChar char="●"/>
              <a:defRPr sz="1000">
                <a:solidFill>
                  <a:srgbClr val="F6F2D2"/>
                </a:solidFill>
              </a:defRPr>
            </a:lvl1pPr>
            <a:lvl2pPr indent="-2921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6F2D2"/>
              </a:buClr>
              <a:buSzPts val="1000"/>
              <a:buChar char="○"/>
              <a:defRPr sz="1000">
                <a:solidFill>
                  <a:srgbClr val="F6F2D2"/>
                </a:solidFill>
              </a:defRPr>
            </a:lvl2pPr>
            <a:lvl3pPr indent="-2921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6F2D2"/>
              </a:buClr>
              <a:buSzPts val="1000"/>
              <a:buChar char="■"/>
              <a:defRPr sz="1000">
                <a:solidFill>
                  <a:srgbClr val="F6F2D2"/>
                </a:solidFill>
              </a:defRPr>
            </a:lvl3pPr>
            <a:lvl4pPr indent="-2921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6F2D2"/>
              </a:buClr>
              <a:buSzPts val="1000"/>
              <a:buChar char="●"/>
              <a:defRPr sz="1000">
                <a:solidFill>
                  <a:srgbClr val="F6F2D2"/>
                </a:solidFill>
              </a:defRPr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6F2D2"/>
              </a:buClr>
              <a:buSzPts val="1000"/>
              <a:buChar char="○"/>
              <a:defRPr sz="1000">
                <a:solidFill>
                  <a:srgbClr val="F6F2D2"/>
                </a:solidFill>
              </a:defRPr>
            </a:lvl5pPr>
            <a:lvl6pPr indent="-2921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6F2D2"/>
              </a:buClr>
              <a:buSzPts val="1000"/>
              <a:buChar char="■"/>
              <a:defRPr sz="1000">
                <a:solidFill>
                  <a:srgbClr val="F6F2D2"/>
                </a:solidFill>
              </a:defRPr>
            </a:lvl6pPr>
            <a:lvl7pPr indent="-2921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6F2D2"/>
              </a:buClr>
              <a:buSzPts val="1000"/>
              <a:buChar char="●"/>
              <a:defRPr sz="1000">
                <a:solidFill>
                  <a:srgbClr val="F6F2D2"/>
                </a:solidFill>
              </a:defRPr>
            </a:lvl7pPr>
            <a:lvl8pPr indent="-2921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6F2D2"/>
              </a:buClr>
              <a:buSzPts val="1000"/>
              <a:buChar char="○"/>
              <a:defRPr sz="1000">
                <a:solidFill>
                  <a:srgbClr val="F6F2D2"/>
                </a:solidFill>
              </a:defRPr>
            </a:lvl8pPr>
            <a:lvl9pPr indent="-2921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6F2D2"/>
              </a:buClr>
              <a:buSzPts val="1000"/>
              <a:buChar char="■"/>
              <a:defRPr sz="1000">
                <a:solidFill>
                  <a:srgbClr val="F6F2D2"/>
                </a:solidFill>
              </a:defRPr>
            </a:lvl9pPr>
          </a:lstStyle>
          <a:p/>
        </p:txBody>
      </p:sp>
      <p:sp>
        <p:nvSpPr>
          <p:cNvPr id="200" name="Shape 2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28">
  <p:cSld name="AUTOLAYOUT_31"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Shape 203"/>
          <p:cNvSpPr txBox="1"/>
          <p:nvPr>
            <p:ph type="title"/>
          </p:nvPr>
        </p:nvSpPr>
        <p:spPr>
          <a:xfrm>
            <a:off x="291875" y="406900"/>
            <a:ext cx="3039600" cy="1388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Shape 204"/>
          <p:cNvSpPr txBox="1"/>
          <p:nvPr>
            <p:ph idx="1" type="body"/>
          </p:nvPr>
        </p:nvSpPr>
        <p:spPr>
          <a:xfrm>
            <a:off x="291938" y="2053718"/>
            <a:ext cx="3039600" cy="2378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indent="-2984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2pPr>
            <a:lvl3pPr indent="-29845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4pPr>
            <a:lvl5pPr indent="-29845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5pPr>
            <a:lvl6pPr indent="-2984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6pPr>
            <a:lvl7pPr indent="-29845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400">
                <a:solidFill>
                  <a:schemeClr val="dk2"/>
                </a:solidFill>
              </a:defRPr>
            </a:lvl7pPr>
            <a:lvl8pPr indent="-2984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400">
                <a:solidFill>
                  <a:schemeClr val="dk2"/>
                </a:solidFill>
              </a:defRPr>
            </a:lvl8pPr>
            <a:lvl9pPr indent="-29845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Shape 2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43">
  <p:cSld name="AUTOLAYOUT_48"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Shape 208"/>
          <p:cNvGrpSpPr/>
          <p:nvPr/>
        </p:nvGrpSpPr>
        <p:grpSpPr>
          <a:xfrm>
            <a:off x="4870649" y="2121826"/>
            <a:ext cx="3764843" cy="64502"/>
            <a:chOff x="595675" y="2820050"/>
            <a:chExt cx="7952774" cy="64502"/>
          </a:xfrm>
        </p:grpSpPr>
        <p:sp>
          <p:nvSpPr>
            <p:cNvPr id="209" name="Shape 209"/>
            <p:cNvSpPr/>
            <p:nvPr/>
          </p:nvSpPr>
          <p:spPr>
            <a:xfrm>
              <a:off x="2186208" y="2820050"/>
              <a:ext cx="1620000" cy="64500"/>
            </a:xfrm>
            <a:prstGeom prst="rect">
              <a:avLst/>
            </a:prstGeom>
            <a:solidFill>
              <a:srgbClr val="D628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Shape 210"/>
            <p:cNvSpPr/>
            <p:nvPr/>
          </p:nvSpPr>
          <p:spPr>
            <a:xfrm>
              <a:off x="3776784" y="2820050"/>
              <a:ext cx="1620000" cy="64500"/>
            </a:xfrm>
            <a:prstGeom prst="rect">
              <a:avLst/>
            </a:prstGeom>
            <a:solidFill>
              <a:srgbClr val="F77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Shape 211"/>
            <p:cNvSpPr/>
            <p:nvPr/>
          </p:nvSpPr>
          <p:spPr>
            <a:xfrm>
              <a:off x="5373056" y="2820052"/>
              <a:ext cx="1596300" cy="64500"/>
            </a:xfrm>
            <a:prstGeom prst="rect">
              <a:avLst/>
            </a:prstGeom>
            <a:solidFill>
              <a:srgbClr val="FCB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Shape 212"/>
            <p:cNvSpPr/>
            <p:nvPr/>
          </p:nvSpPr>
          <p:spPr>
            <a:xfrm>
              <a:off x="595675" y="2820050"/>
              <a:ext cx="1590600" cy="64500"/>
            </a:xfrm>
            <a:prstGeom prst="rect">
              <a:avLst/>
            </a:prstGeom>
            <a:solidFill>
              <a:srgbClr val="0030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Shape 213"/>
            <p:cNvSpPr/>
            <p:nvPr/>
          </p:nvSpPr>
          <p:spPr>
            <a:xfrm>
              <a:off x="6957849" y="2820050"/>
              <a:ext cx="1590600" cy="64500"/>
            </a:xfrm>
            <a:prstGeom prst="rect">
              <a:avLst/>
            </a:prstGeom>
            <a:solidFill>
              <a:srgbClr val="EAE2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Shape 214"/>
          <p:cNvSpPr txBox="1"/>
          <p:nvPr>
            <p:ph type="title"/>
          </p:nvPr>
        </p:nvSpPr>
        <p:spPr>
          <a:xfrm>
            <a:off x="4771875" y="545025"/>
            <a:ext cx="3880800" cy="143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5" name="Shape 215"/>
          <p:cNvSpPr txBox="1"/>
          <p:nvPr>
            <p:ph idx="1" type="body"/>
          </p:nvPr>
        </p:nvSpPr>
        <p:spPr>
          <a:xfrm>
            <a:off x="4771875" y="2324775"/>
            <a:ext cx="3880800" cy="227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 sz="1200">
                <a:solidFill>
                  <a:srgbClr val="434343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Char char="■"/>
              <a:defRPr sz="1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6" name="Shape 2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16161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mmons.wikimedia.org/wiki/File:Bijoy_Keyboard_image.jpg" TargetMode="External"/><Relationship Id="rId4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ixabay.com/en/mouse-computer-scroll-electronics-23335/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mmons.wikimedia.org/wiki/File:Webcam_grayscale.jpg" TargetMode="External"/><Relationship Id="rId4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mmons.wikimedia.org/wiki/File:Trackball-Kensington-ExpertMouse5.jpg" TargetMode="External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mmons.wikimedia.org/wiki/File:Canon_CanoScan_LiDE40.jpg" TargetMode="External"/><Relationship Id="rId4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ommons.wikimedia.org/wiki/File:Barcode-scanner.jpg" TargetMode="External"/><Relationship Id="rId4" Type="http://schemas.openxmlformats.org/officeDocument/2006/relationships/image" Target="../media/image5.jpg"/><Relationship Id="rId5" Type="http://schemas.openxmlformats.org/officeDocument/2006/relationships/hyperlink" Target="https://commons.wikimedia.org/wiki/File:Hitman_barcode.svg" TargetMode="External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mmons.wikimedia.org/wiki/File:Intel_Ultrabook_Reference_Design_with_Touchscreen.jpg" TargetMode="External"/><Relationship Id="rId4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ixabay.com/en/mosaic-grid-pixel-pattern-2696850/" TargetMode="External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ommons.wikimedia.org/wiki/File:Bitmap_VS_SVG.svg" TargetMode="External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ommons.wikimedia.org/wiki/File:Kinect_Sensor_at_E3_2010_(front).jpg" TargetMode="External"/><Relationship Id="rId4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mmons.wikimedia.org/wiki/File:Leap_Motion_Orion_Controller_Plugged.jpg" TargetMode="External"/><Relationship Id="rId4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ommons.wikimedia.org/wiki/File:Fingerprint_scanner_identification.jpg" TargetMode="External"/><Relationship Id="rId4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ommons.wikimedia.org/wiki/File:Iris_scanner_.png" TargetMode="Externa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Devices</a:t>
            </a:r>
            <a:endParaRPr/>
          </a:p>
        </p:txBody>
      </p:sp>
      <p:sp>
        <p:nvSpPr>
          <p:cNvPr id="222" name="Shape 22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Higher National Diploma in Information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/>
          <p:nvPr>
            <p:ph type="title"/>
          </p:nvPr>
        </p:nvSpPr>
        <p:spPr>
          <a:xfrm>
            <a:off x="324475" y="148225"/>
            <a:ext cx="35595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Devices</a:t>
            </a:r>
            <a:endParaRPr/>
          </a:p>
        </p:txBody>
      </p:sp>
      <p:sp>
        <p:nvSpPr>
          <p:cNvPr id="228" name="Shape 228"/>
          <p:cNvSpPr txBox="1"/>
          <p:nvPr>
            <p:ph idx="1" type="body"/>
          </p:nvPr>
        </p:nvSpPr>
        <p:spPr>
          <a:xfrm>
            <a:off x="324475" y="1920450"/>
            <a:ext cx="8494800" cy="27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Devices which used to input data to the computer are called Input Devices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Keyboard, Mouse, Webcam, Scanner, Barcode Scanner, Fingerprint Reader, Touch Screen, Kinect Sensor, IRIS Scanner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</a:t>
            </a:r>
            <a:endParaRPr/>
          </a:p>
        </p:txBody>
      </p:sp>
      <p:sp>
        <p:nvSpPr>
          <p:cNvPr id="234" name="Shape 234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Shape 23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325" y="1961700"/>
            <a:ext cx="7469349" cy="28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Shape 2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0430" r="10430" t="0"/>
          <a:stretch/>
        </p:blipFill>
        <p:spPr>
          <a:xfrm>
            <a:off x="3389000" y="0"/>
            <a:ext cx="57549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Shape 241"/>
          <p:cNvSpPr txBox="1"/>
          <p:nvPr>
            <p:ph type="title"/>
          </p:nvPr>
        </p:nvSpPr>
        <p:spPr>
          <a:xfrm>
            <a:off x="321825" y="694100"/>
            <a:ext cx="2651400" cy="17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</a:t>
            </a:r>
            <a:endParaRPr/>
          </a:p>
        </p:txBody>
      </p:sp>
      <p:sp>
        <p:nvSpPr>
          <p:cNvPr id="242" name="Shape 242"/>
          <p:cNvSpPr txBox="1"/>
          <p:nvPr>
            <p:ph idx="1" type="body"/>
          </p:nvPr>
        </p:nvSpPr>
        <p:spPr>
          <a:xfrm>
            <a:off x="321825" y="2506879"/>
            <a:ext cx="2651400" cy="19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two types of Mouse </a:t>
            </a:r>
            <a:endParaRPr/>
          </a:p>
          <a:p>
            <a:pPr indent="-317500" lvl="0" marL="4572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Mechanical Mouse</a:t>
            </a:r>
            <a:endParaRPr/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Optical Mouse</a:t>
            </a:r>
            <a:endParaRPr/>
          </a:p>
        </p:txBody>
      </p:sp>
      <p:cxnSp>
        <p:nvCxnSpPr>
          <p:cNvPr id="243" name="Shape 243"/>
          <p:cNvCxnSpPr/>
          <p:nvPr/>
        </p:nvCxnSpPr>
        <p:spPr>
          <a:xfrm>
            <a:off x="3389100" y="-2"/>
            <a:ext cx="300" cy="5143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Shape 24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0330" r="10330" t="0"/>
          <a:stretch/>
        </p:blipFill>
        <p:spPr>
          <a:xfrm>
            <a:off x="3047650" y="0"/>
            <a:ext cx="60962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Shape 249"/>
          <p:cNvSpPr txBox="1"/>
          <p:nvPr>
            <p:ph type="title"/>
          </p:nvPr>
        </p:nvSpPr>
        <p:spPr>
          <a:xfrm>
            <a:off x="233600" y="829550"/>
            <a:ext cx="2566200" cy="89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Camera</a:t>
            </a:r>
            <a:endParaRPr/>
          </a:p>
        </p:txBody>
      </p:sp>
      <p:sp>
        <p:nvSpPr>
          <p:cNvPr id="250" name="Shape 250"/>
          <p:cNvSpPr txBox="1"/>
          <p:nvPr>
            <p:ph idx="1" type="body"/>
          </p:nvPr>
        </p:nvSpPr>
        <p:spPr>
          <a:xfrm>
            <a:off x="233600" y="1798300"/>
            <a:ext cx="2566200" cy="29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Which used to input image or video to computer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Captures images and videos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Security applications and purposes CCTV also used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 uses optical technology to capture images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/>
          <p:nvPr>
            <p:ph type="title"/>
          </p:nvPr>
        </p:nvSpPr>
        <p:spPr>
          <a:xfrm>
            <a:off x="233600" y="829550"/>
            <a:ext cx="2566200" cy="89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ball</a:t>
            </a:r>
            <a:endParaRPr/>
          </a:p>
        </p:txBody>
      </p:sp>
      <p:sp>
        <p:nvSpPr>
          <p:cNvPr id="256" name="Shape 256"/>
          <p:cNvSpPr txBox="1"/>
          <p:nvPr>
            <p:ph idx="1" type="body"/>
          </p:nvPr>
        </p:nvSpPr>
        <p:spPr>
          <a:xfrm>
            <a:off x="233600" y="1798300"/>
            <a:ext cx="2566200" cy="29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device used to input mouse movements to the computer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 sphere can be moved with fingertips and can change the position of mouse pointer</a:t>
            </a:r>
            <a:endParaRPr/>
          </a:p>
        </p:txBody>
      </p:sp>
      <p:pic>
        <p:nvPicPr>
          <p:cNvPr id="257" name="Shape 25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200" y="152400"/>
            <a:ext cx="6039398" cy="452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Shape 26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6647" r="16654" t="0"/>
          <a:stretch/>
        </p:blipFill>
        <p:spPr>
          <a:xfrm>
            <a:off x="3047650" y="0"/>
            <a:ext cx="609634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Shape 263"/>
          <p:cNvSpPr txBox="1"/>
          <p:nvPr>
            <p:ph type="title"/>
          </p:nvPr>
        </p:nvSpPr>
        <p:spPr>
          <a:xfrm>
            <a:off x="185350" y="679625"/>
            <a:ext cx="2683200" cy="10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Scanner</a:t>
            </a:r>
            <a:endParaRPr/>
          </a:p>
        </p:txBody>
      </p:sp>
      <p:sp>
        <p:nvSpPr>
          <p:cNvPr id="264" name="Shape 264"/>
          <p:cNvSpPr txBox="1"/>
          <p:nvPr>
            <p:ph idx="1" type="body"/>
          </p:nvPr>
        </p:nvSpPr>
        <p:spPr>
          <a:xfrm>
            <a:off x="185350" y="1798300"/>
            <a:ext cx="2683200" cy="25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device used to computerize an image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 sends a light pattern to the scanned image and captures the reflected light pattern to computerize the image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Shape 26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7870" r="7862" t="0"/>
          <a:stretch/>
        </p:blipFill>
        <p:spPr>
          <a:xfrm>
            <a:off x="5442850" y="308100"/>
            <a:ext cx="3402000" cy="45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Shape 270"/>
          <p:cNvSpPr txBox="1"/>
          <p:nvPr>
            <p:ph type="title"/>
          </p:nvPr>
        </p:nvSpPr>
        <p:spPr>
          <a:xfrm>
            <a:off x="291875" y="406900"/>
            <a:ext cx="4813500" cy="13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Code Reader</a:t>
            </a:r>
            <a:endParaRPr/>
          </a:p>
        </p:txBody>
      </p:sp>
      <p:sp>
        <p:nvSpPr>
          <p:cNvPr id="271" name="Shape 271"/>
          <p:cNvSpPr txBox="1"/>
          <p:nvPr>
            <p:ph idx="1" type="body"/>
          </p:nvPr>
        </p:nvSpPr>
        <p:spPr>
          <a:xfrm>
            <a:off x="291975" y="1854951"/>
            <a:ext cx="4813500" cy="25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Optical technology used to read data printed in a line pattern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Used to input data fastly to a computer system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Most of the time barcodes are used in super markets for stock controlling </a:t>
            </a:r>
            <a:endParaRPr/>
          </a:p>
        </p:txBody>
      </p:sp>
      <p:pic>
        <p:nvPicPr>
          <p:cNvPr id="272" name="Shape 272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75075" y="3468900"/>
            <a:ext cx="2337825" cy="147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Shape 27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5536" r="15536" t="0"/>
          <a:stretch/>
        </p:blipFill>
        <p:spPr>
          <a:xfrm>
            <a:off x="3278400" y="0"/>
            <a:ext cx="5865597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Shape 278"/>
          <p:cNvSpPr txBox="1"/>
          <p:nvPr>
            <p:ph type="title"/>
          </p:nvPr>
        </p:nvSpPr>
        <p:spPr>
          <a:xfrm>
            <a:off x="311700" y="1153900"/>
            <a:ext cx="2655000" cy="8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Touch Screen</a:t>
            </a:r>
            <a:endParaRPr/>
          </a:p>
        </p:txBody>
      </p:sp>
      <p:sp>
        <p:nvSpPr>
          <p:cNvPr id="279" name="Shape 279"/>
          <p:cNvSpPr txBox="1"/>
          <p:nvPr>
            <p:ph idx="1" type="body"/>
          </p:nvPr>
        </p:nvSpPr>
        <p:spPr>
          <a:xfrm>
            <a:off x="311700" y="2022050"/>
            <a:ext cx="2655000" cy="29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identifies the touch of your finger and that touch will be taken as an input to the system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Touch Screen is categorized under both Input and output devices.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ATM machines, Mobile phones, laptops and tablets has Touch screens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/>
          <p:nvPr>
            <p:ph type="title"/>
          </p:nvPr>
        </p:nvSpPr>
        <p:spPr>
          <a:xfrm>
            <a:off x="311700" y="1153900"/>
            <a:ext cx="2655000" cy="8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Capacitive Touch Screen</a:t>
            </a:r>
            <a:endParaRPr/>
          </a:p>
        </p:txBody>
      </p:sp>
      <p:sp>
        <p:nvSpPr>
          <p:cNvPr id="285" name="Shape 285"/>
          <p:cNvSpPr txBox="1"/>
          <p:nvPr>
            <p:ph idx="1" type="body"/>
          </p:nvPr>
        </p:nvSpPr>
        <p:spPr>
          <a:xfrm>
            <a:off x="311700" y="2022050"/>
            <a:ext cx="4102200" cy="29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whole screen is like a capacitor. </a:t>
            </a:r>
            <a:endParaRPr sz="1600"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When you bring your finger up close, you affect the electric field that exists between the inner and outer glass</a:t>
            </a:r>
            <a:endParaRPr sz="1600"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Shape 2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575" y="872100"/>
            <a:ext cx="3227625" cy="33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/>
          <p:nvPr>
            <p:ph type="title"/>
          </p:nvPr>
        </p:nvSpPr>
        <p:spPr>
          <a:xfrm>
            <a:off x="311700" y="1153900"/>
            <a:ext cx="2655000" cy="8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Resistive Touch Screen</a:t>
            </a:r>
            <a:endParaRPr/>
          </a:p>
        </p:txBody>
      </p:sp>
      <p:pic>
        <p:nvPicPr>
          <p:cNvPr id="292" name="Shape 2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750" y="907825"/>
            <a:ext cx="3232500" cy="337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Shape 293"/>
          <p:cNvSpPr txBox="1"/>
          <p:nvPr/>
        </p:nvSpPr>
        <p:spPr>
          <a:xfrm>
            <a:off x="430625" y="1776975"/>
            <a:ext cx="4031100" cy="23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When you press a resistive touchscreen, you push two conducting layers together so they make contact, a bit like an ordinary computer keyboard</a:t>
            </a: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Shape 298"/>
          <p:cNvPicPr preferRelativeResize="0"/>
          <p:nvPr/>
        </p:nvPicPr>
        <p:blipFill rotWithShape="1">
          <a:blip r:embed="rId3">
            <a:alphaModFix/>
          </a:blip>
          <a:srcRect b="0" l="6332" r="6323" t="0"/>
          <a:stretch/>
        </p:blipFill>
        <p:spPr>
          <a:xfrm>
            <a:off x="5668450" y="955450"/>
            <a:ext cx="2384200" cy="3232600"/>
          </a:xfrm>
          <a:prstGeom prst="rect">
            <a:avLst/>
          </a:prstGeom>
          <a:noFill/>
          <a:ln cap="flat" cmpd="dbl" w="762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99" name="Shape 299"/>
          <p:cNvSpPr txBox="1"/>
          <p:nvPr>
            <p:ph type="title"/>
          </p:nvPr>
        </p:nvSpPr>
        <p:spPr>
          <a:xfrm>
            <a:off x="291875" y="406900"/>
            <a:ext cx="3978000" cy="13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Infrared Touch Screen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0" name="Shape 300"/>
          <p:cNvSpPr txBox="1"/>
          <p:nvPr>
            <p:ph idx="1" type="body"/>
          </p:nvPr>
        </p:nvSpPr>
        <p:spPr>
          <a:xfrm>
            <a:off x="291950" y="1854951"/>
            <a:ext cx="3978000" cy="25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your fingers move up close, they break invisible beams that pass over the surface of the screen between LEDs on one side and photocells on the other.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Shape 305"/>
          <p:cNvPicPr preferRelativeResize="0"/>
          <p:nvPr/>
        </p:nvPicPr>
        <p:blipFill rotWithShape="1">
          <a:blip r:embed="rId3">
            <a:alphaModFix/>
          </a:blip>
          <a:srcRect b="0" l="5814" r="5814" t="0"/>
          <a:stretch/>
        </p:blipFill>
        <p:spPr>
          <a:xfrm>
            <a:off x="5585238" y="1036200"/>
            <a:ext cx="2745453" cy="315667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Shape 306"/>
          <p:cNvSpPr txBox="1"/>
          <p:nvPr>
            <p:ph type="title"/>
          </p:nvPr>
        </p:nvSpPr>
        <p:spPr>
          <a:xfrm>
            <a:off x="813263" y="977425"/>
            <a:ext cx="4252200" cy="15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Surface acoustic wave touch screen</a:t>
            </a:r>
            <a:endParaRPr/>
          </a:p>
        </p:txBody>
      </p:sp>
      <p:sp>
        <p:nvSpPr>
          <p:cNvPr id="307" name="Shape 307"/>
          <p:cNvSpPr txBox="1"/>
          <p:nvPr>
            <p:ph idx="1" type="body"/>
          </p:nvPr>
        </p:nvSpPr>
        <p:spPr>
          <a:xfrm>
            <a:off x="813275" y="2212900"/>
            <a:ext cx="4252200" cy="19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surface-sound wave screen, but your finger interrupts high-frequency sound beams rippling over the surface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/>
          <p:nvPr>
            <p:ph type="ctrTitle"/>
          </p:nvPr>
        </p:nvSpPr>
        <p:spPr>
          <a:xfrm>
            <a:off x="323525" y="323525"/>
            <a:ext cx="3780300" cy="17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Pixel</a:t>
            </a:r>
            <a:endParaRPr/>
          </a:p>
        </p:txBody>
      </p:sp>
      <p:sp>
        <p:nvSpPr>
          <p:cNvPr id="313" name="Shape 313"/>
          <p:cNvSpPr txBox="1"/>
          <p:nvPr>
            <p:ph idx="1" type="body"/>
          </p:nvPr>
        </p:nvSpPr>
        <p:spPr>
          <a:xfrm>
            <a:off x="323525" y="2177775"/>
            <a:ext cx="3780300" cy="22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Smallest element of a digital image called Pixel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derived from the term “Picture Element”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Set of pixels create a digital image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Shape 31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225" y="152400"/>
            <a:ext cx="4735375" cy="47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Images</a:t>
            </a:r>
            <a:endParaRPr/>
          </a:p>
        </p:txBody>
      </p:sp>
      <p:pic>
        <p:nvPicPr>
          <p:cNvPr id="320" name="Shape 3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950" y="1380125"/>
            <a:ext cx="5894100" cy="376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325"/>
          <p:cNvSpPr txBox="1"/>
          <p:nvPr>
            <p:ph type="title"/>
          </p:nvPr>
        </p:nvSpPr>
        <p:spPr>
          <a:xfrm>
            <a:off x="826750" y="596425"/>
            <a:ext cx="5379600" cy="15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Shape 326"/>
          <p:cNvSpPr txBox="1"/>
          <p:nvPr>
            <p:ph idx="1" type="body"/>
          </p:nvPr>
        </p:nvSpPr>
        <p:spPr>
          <a:xfrm>
            <a:off x="826750" y="2303925"/>
            <a:ext cx="5379600" cy="17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Shape 3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325" y="596425"/>
            <a:ext cx="4504225" cy="42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 txBox="1"/>
          <p:nvPr>
            <p:ph type="title"/>
          </p:nvPr>
        </p:nvSpPr>
        <p:spPr>
          <a:xfrm>
            <a:off x="305500" y="477800"/>
            <a:ext cx="2668200" cy="41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and Raster</a:t>
            </a:r>
            <a:endParaRPr/>
          </a:p>
        </p:txBody>
      </p:sp>
      <p:sp>
        <p:nvSpPr>
          <p:cNvPr id="333" name="Shape 333"/>
          <p:cNvSpPr txBox="1"/>
          <p:nvPr>
            <p:ph idx="1" type="body"/>
          </p:nvPr>
        </p:nvSpPr>
        <p:spPr>
          <a:xfrm>
            <a:off x="2177350" y="979850"/>
            <a:ext cx="3347700" cy="3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Vector</a:t>
            </a:r>
            <a:endParaRPr b="1" u="sng"/>
          </a:p>
          <a:p>
            <a:pPr indent="-317500" lvl="0" marL="457200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Pixel-based</a:t>
            </a:r>
            <a:endParaRPr/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Images are based on pixels</a:t>
            </a:r>
            <a:endParaRPr/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Raster programs best for editing photos 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Shape 334"/>
          <p:cNvSpPr txBox="1"/>
          <p:nvPr>
            <p:ph idx="2" type="body"/>
          </p:nvPr>
        </p:nvSpPr>
        <p:spPr>
          <a:xfrm>
            <a:off x="5411400" y="979850"/>
            <a:ext cx="3427200" cy="39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Raster</a:t>
            </a:r>
            <a:endParaRPr b="1" u="sng"/>
          </a:p>
          <a:p>
            <a:pPr indent="-317500" lvl="0" marL="457200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be easily converted to raster</a:t>
            </a:r>
            <a:endParaRPr/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Shapes based on mathematical calculations</a:t>
            </a:r>
            <a:endParaRPr/>
          </a:p>
          <a:p>
            <a: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Vector programs best for creating logos, drawings and illustrations, technical drawings.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/>
          <p:nvPr>
            <p:ph type="title"/>
          </p:nvPr>
        </p:nvSpPr>
        <p:spPr>
          <a:xfrm>
            <a:off x="308775" y="770525"/>
            <a:ext cx="28668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Resolution</a:t>
            </a:r>
            <a:endParaRPr/>
          </a:p>
        </p:txBody>
      </p:sp>
      <p:sp>
        <p:nvSpPr>
          <p:cNvPr id="340" name="Shape 340"/>
          <p:cNvSpPr/>
          <p:nvPr/>
        </p:nvSpPr>
        <p:spPr>
          <a:xfrm>
            <a:off x="3964775" y="792500"/>
            <a:ext cx="4919400" cy="78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Shape 341"/>
          <p:cNvSpPr txBox="1"/>
          <p:nvPr>
            <p:ph idx="1" type="body"/>
          </p:nvPr>
        </p:nvSpPr>
        <p:spPr>
          <a:xfrm>
            <a:off x="4022850" y="770525"/>
            <a:ext cx="4919400" cy="38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Resolution = No of pixels horizontal axis  </a:t>
            </a:r>
            <a:r>
              <a:rPr lang="en">
                <a:solidFill>
                  <a:srgbClr val="FF0000"/>
                </a:solidFill>
              </a:rPr>
              <a:t>X </a:t>
            </a:r>
            <a:r>
              <a:rPr lang="en"/>
              <a:t> No of pixels in </a:t>
            </a:r>
            <a:endParaRPr/>
          </a:p>
          <a:p>
            <a:pPr indent="457200" lvl="0" marL="320040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vertical axis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Example :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 screen has 800 horizontal pixels and 600 pixels in vertical axis the resolution is 800x600</a:t>
            </a:r>
            <a:endParaRPr/>
          </a:p>
          <a:p>
            <a:pPr indent="-317500" lvl="0" marL="457200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Sharpness of the image on a depends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 on the resolution size of the monitor.</a:t>
            </a:r>
            <a:endParaRPr/>
          </a:p>
          <a:p>
            <a: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Size of the monitor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(Same pixel resolution will be sharper on a smaller monitor than a larger)</a:t>
            </a:r>
            <a:endParaRPr>
              <a:solidFill>
                <a:srgbClr val="FF0000"/>
              </a:solidFill>
            </a:endParaRPr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Shape 342"/>
          <p:cNvSpPr txBox="1"/>
          <p:nvPr>
            <p:ph idx="1" type="body"/>
          </p:nvPr>
        </p:nvSpPr>
        <p:spPr>
          <a:xfrm>
            <a:off x="468250" y="1580800"/>
            <a:ext cx="2866800" cy="30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Number of dots (pixels) contained on a display or an image</a:t>
            </a:r>
            <a:endParaRPr>
              <a:solidFill>
                <a:srgbClr val="FFFFFF"/>
              </a:solidFill>
            </a:endParaRPr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 txBox="1"/>
          <p:nvPr>
            <p:ph type="title"/>
          </p:nvPr>
        </p:nvSpPr>
        <p:spPr>
          <a:xfrm>
            <a:off x="4771875" y="545025"/>
            <a:ext cx="3880800" cy="14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Kinect Sensor</a:t>
            </a:r>
            <a:endParaRPr/>
          </a:p>
        </p:txBody>
      </p:sp>
      <p:sp>
        <p:nvSpPr>
          <p:cNvPr id="348" name="Shape 348"/>
          <p:cNvSpPr txBox="1"/>
          <p:nvPr>
            <p:ph idx="1" type="body"/>
          </p:nvPr>
        </p:nvSpPr>
        <p:spPr>
          <a:xfrm>
            <a:off x="4771875" y="2324775"/>
            <a:ext cx="3880800" cy="22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device used to capture the gesture and posture of set of persons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Used with XBOX and Virtual reality applications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Produced by Microsoft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 can be identify by Hand movements and gestures of 32 persons same time</a:t>
            </a:r>
            <a:endParaRPr/>
          </a:p>
        </p:txBody>
      </p:sp>
      <p:pic>
        <p:nvPicPr>
          <p:cNvPr id="349" name="Shape 34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250" y="283875"/>
            <a:ext cx="4279601" cy="177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Shape 35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1949" r="11941" t="0"/>
          <a:stretch/>
        </p:blipFill>
        <p:spPr>
          <a:xfrm>
            <a:off x="3278400" y="0"/>
            <a:ext cx="5865607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Shape 355"/>
          <p:cNvSpPr txBox="1"/>
          <p:nvPr>
            <p:ph type="title"/>
          </p:nvPr>
        </p:nvSpPr>
        <p:spPr>
          <a:xfrm>
            <a:off x="311700" y="1153900"/>
            <a:ext cx="2655000" cy="8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Leap Motion Sensor</a:t>
            </a:r>
            <a:endParaRPr/>
          </a:p>
        </p:txBody>
      </p:sp>
      <p:sp>
        <p:nvSpPr>
          <p:cNvPr id="356" name="Shape 356"/>
          <p:cNvSpPr txBox="1"/>
          <p:nvPr>
            <p:ph idx="1" type="body"/>
          </p:nvPr>
        </p:nvSpPr>
        <p:spPr>
          <a:xfrm>
            <a:off x="311700" y="2022050"/>
            <a:ext cx="2655000" cy="29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which capable of capturing hand movements and finger moments and input them to computer same like a Mouse.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But this device do not require any touch or contact with the device.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Device detects hand motions and finger motions with out direct contact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Used in virtual reality applications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 txBox="1"/>
          <p:nvPr>
            <p:ph type="title"/>
          </p:nvPr>
        </p:nvSpPr>
        <p:spPr>
          <a:xfrm>
            <a:off x="291875" y="406900"/>
            <a:ext cx="3039600" cy="138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Fingerprint Scanner</a:t>
            </a:r>
            <a:endParaRPr/>
          </a:p>
        </p:txBody>
      </p:sp>
      <p:sp>
        <p:nvSpPr>
          <p:cNvPr id="362" name="Shape 362"/>
          <p:cNvSpPr txBox="1"/>
          <p:nvPr>
            <p:ph idx="1" type="body"/>
          </p:nvPr>
        </p:nvSpPr>
        <p:spPr>
          <a:xfrm>
            <a:off x="291938" y="2053718"/>
            <a:ext cx="3039600" cy="23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identify a person with biometric measurements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Most of the employee attendance record systems and access controlling systems are using this device.</a:t>
            </a:r>
            <a:endParaRPr/>
          </a:p>
        </p:txBody>
      </p:sp>
      <p:sp>
        <p:nvSpPr>
          <p:cNvPr id="363" name="Shape 363"/>
          <p:cNvSpPr/>
          <p:nvPr/>
        </p:nvSpPr>
        <p:spPr>
          <a:xfrm>
            <a:off x="4232750" y="0"/>
            <a:ext cx="4911300" cy="5143500"/>
          </a:xfrm>
          <a:prstGeom prst="parallelogram">
            <a:avLst>
              <a:gd fmla="val 25000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tl" dist="381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Shape 364"/>
          <p:cNvSpPr/>
          <p:nvPr/>
        </p:nvSpPr>
        <p:spPr>
          <a:xfrm>
            <a:off x="3331550" y="0"/>
            <a:ext cx="5633700" cy="5143500"/>
          </a:xfrm>
          <a:prstGeom prst="parallelogram">
            <a:avLst>
              <a:gd fmla="val 24220" name="adj"/>
            </a:avLst>
          </a:prstGeom>
          <a:solidFill>
            <a:srgbClr val="EEEEEE">
              <a:alpha val="6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Shape 36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9303" r="9303" t="0"/>
          <a:stretch/>
        </p:blipFill>
        <p:spPr>
          <a:xfrm>
            <a:off x="3562350" y="0"/>
            <a:ext cx="5581800" cy="5143500"/>
          </a:xfrm>
          <a:prstGeom prst="parallelogram">
            <a:avLst>
              <a:gd fmla="val 2368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Shape 37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6593" r="26593" t="0"/>
          <a:stretch/>
        </p:blipFill>
        <p:spPr>
          <a:xfrm>
            <a:off x="0" y="0"/>
            <a:ext cx="42804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Shape 371"/>
          <p:cNvSpPr txBox="1"/>
          <p:nvPr>
            <p:ph type="title"/>
          </p:nvPr>
        </p:nvSpPr>
        <p:spPr>
          <a:xfrm>
            <a:off x="4771875" y="545025"/>
            <a:ext cx="3880800" cy="14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IRIS Scanner</a:t>
            </a:r>
            <a:endParaRPr/>
          </a:p>
        </p:txBody>
      </p:sp>
      <p:sp>
        <p:nvSpPr>
          <p:cNvPr id="372" name="Shape 372"/>
          <p:cNvSpPr txBox="1"/>
          <p:nvPr>
            <p:ph idx="1" type="body"/>
          </p:nvPr>
        </p:nvSpPr>
        <p:spPr>
          <a:xfrm>
            <a:off x="4771875" y="2324775"/>
            <a:ext cx="3880800" cy="22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device which used to read the pattern in the human IRIS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Pattern in human IRIS can be used to identify a person unique from others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Used in controlling physical access to a location and access controlling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