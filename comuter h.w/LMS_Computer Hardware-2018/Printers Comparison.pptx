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Shape 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Shape 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Shape 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Shape 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Shape 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Shape 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Shape 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Shape 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Shape 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Shape 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Shape 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 5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Shape 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Shape 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Shape 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 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Shape 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Shape 7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Printers Comparison</a:t>
            </a:r>
            <a:endParaRPr/>
          </a:p>
        </p:txBody>
      </p:sp>
      <p:sp>
        <p:nvSpPr>
          <p:cNvPr id="87" name="Shape 8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National Diploma in Information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729450" y="1318650"/>
            <a:ext cx="8128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should consider when compare a printer</a:t>
            </a:r>
            <a:endParaRPr/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727650" y="18538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Cost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Maintenance</a:t>
            </a:r>
            <a:r>
              <a:rPr lang="en"/>
              <a:t>  Cost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Printing  cost per page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Service Maintanance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Power usage for printing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Speed of the printer</a:t>
            </a:r>
            <a:endParaRPr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Quality of the printer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Considering the above </a:t>
            </a:r>
            <a:r>
              <a:rPr lang="en"/>
              <a:t>mentioned</a:t>
            </a:r>
            <a:r>
              <a:rPr lang="en"/>
              <a:t> criteria compare the following printers</a:t>
            </a:r>
            <a:endParaRPr/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Laser Printer Vs Dot Matrix Printer</a:t>
            </a:r>
            <a:endParaRPr/>
          </a:p>
          <a:p>
            <a:pPr indent="-311150" lvl="0" marL="45720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Bubble Jet Printers Vs. Dot Matrix Printer</a:t>
            </a:r>
            <a:endParaRPr/>
          </a:p>
          <a:p>
            <a:pPr indent="-311150" lvl="0" marL="45720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Bubble Jet Printer Vs. Laser Printer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