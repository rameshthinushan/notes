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Shape 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Shape 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Shape 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Shape 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Shape 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Shape 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Shape 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Shape 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Shape 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Shape 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Shape 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 5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Shape 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Shape 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Shape 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 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Shape 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Shape 7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8">
  <p:cSld name="AUTOLAYOUT_21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Shape 84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6" name="Shape 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84">
  <p:cSld name="AUTOLAYOUT_94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Shape 89"/>
          <p:cNvSpPr/>
          <p:nvPr/>
        </p:nvSpPr>
        <p:spPr>
          <a:xfrm>
            <a:off x="4574400" y="0"/>
            <a:ext cx="45696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/>
          <p:nvPr/>
        </p:nvSpPr>
        <p:spPr>
          <a:xfrm>
            <a:off x="4844700" y="1040701"/>
            <a:ext cx="4031700" cy="3062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BDBDB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Shape 91"/>
          <p:cNvSpPr txBox="1"/>
          <p:nvPr>
            <p:ph type="title"/>
          </p:nvPr>
        </p:nvSpPr>
        <p:spPr>
          <a:xfrm>
            <a:off x="291875" y="406900"/>
            <a:ext cx="3978000" cy="1388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291950" y="1854951"/>
            <a:ext cx="3978000" cy="2577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Shape 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mmons.wikimedia.org/wiki/File:PSU-Open1.jpg" TargetMode="External"/><Relationship Id="rId4" Type="http://schemas.openxmlformats.org/officeDocument/2006/relationships/image" Target="../media/image8.jpg"/><Relationship Id="rId5" Type="http://schemas.openxmlformats.org/officeDocument/2006/relationships/hyperlink" Target="https://www.flickr.com/photos/hieronymus/1480368355" TargetMode="External"/><Relationship Id="rId6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mmons.wikimedia.org/wiki/File:24-pin_ATX_power_connector.jpg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Supply Unit</a:t>
            </a:r>
            <a:endParaRPr/>
          </a:p>
        </p:txBody>
      </p:sp>
      <p:sp>
        <p:nvSpPr>
          <p:cNvPr id="99" name="Shape 9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National Diploma in Information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Shape 10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9487" l="0" r="0" t="9495"/>
          <a:stretch/>
        </p:blipFill>
        <p:spPr>
          <a:xfrm>
            <a:off x="3" y="0"/>
            <a:ext cx="3445527" cy="2571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5453" r="5444" t="0"/>
          <a:stretch/>
        </p:blipFill>
        <p:spPr>
          <a:xfrm>
            <a:off x="0" y="2571750"/>
            <a:ext cx="3445527" cy="257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Supply Unit</a:t>
            </a:r>
            <a:endParaRPr/>
          </a:p>
        </p:txBody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power to every devices such as Hard Disk, DVD Rom / DVD Writers, Floppy Disk, Motherboard.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Typically there are 300W and 400W power supplies available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Every power supply provides 5V and 12V outputs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power supply unit (PSU) converts mains AC to low-voltage regulated DC power for the internal components of a computer</a:t>
            </a:r>
            <a:endParaRPr/>
          </a:p>
        </p:txBody>
      </p:sp>
      <p:pic>
        <p:nvPicPr>
          <p:cNvPr id="114" name="Shape 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8325"/>
            <a:ext cx="3750087" cy="2291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Supply Connectors</a:t>
            </a:r>
            <a:endParaRPr/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Use to connect the power supply with mother board and other components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ATX style connector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Power supply to mother board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20 pin or 24 pin</a:t>
            </a:r>
            <a:endParaRPr/>
          </a:p>
        </p:txBody>
      </p:sp>
      <p:pic>
        <p:nvPicPr>
          <p:cNvPr id="127" name="Shape 1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78325"/>
            <a:ext cx="3750088" cy="2779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Shape 132"/>
          <p:cNvPicPr preferRelativeResize="0"/>
          <p:nvPr/>
        </p:nvPicPr>
        <p:blipFill rotWithShape="1">
          <a:blip r:embed="rId3">
            <a:alphaModFix/>
          </a:blip>
          <a:srcRect b="951" l="0" r="0" t="951"/>
          <a:stretch/>
        </p:blipFill>
        <p:spPr>
          <a:xfrm>
            <a:off x="5244250" y="1386100"/>
            <a:ext cx="3232598" cy="2384202"/>
          </a:xfrm>
          <a:prstGeom prst="rect">
            <a:avLst/>
          </a:prstGeom>
          <a:noFill/>
          <a:ln cap="flat" cmpd="dbl" w="76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33" name="Shape 133"/>
          <p:cNvSpPr txBox="1"/>
          <p:nvPr>
            <p:ph type="title"/>
          </p:nvPr>
        </p:nvSpPr>
        <p:spPr>
          <a:xfrm>
            <a:off x="291875" y="406900"/>
            <a:ext cx="3978000" cy="13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291950" y="1854951"/>
            <a:ext cx="3978000" cy="25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ATX-2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The extra 4 pins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To power a PCI-E graphics card.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type="title"/>
          </p:nvPr>
        </p:nvSpPr>
        <p:spPr>
          <a:xfrm>
            <a:off x="238800" y="506800"/>
            <a:ext cx="3978000" cy="6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SATA Power Connector</a:t>
            </a:r>
            <a:endParaRPr sz="1800"/>
          </a:p>
        </p:txBody>
      </p:sp>
      <p:pic>
        <p:nvPicPr>
          <p:cNvPr id="140" name="Shape 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875" y="5935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Shape 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0875" y="1909450"/>
            <a:ext cx="19050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Shape 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0875" y="3423925"/>
            <a:ext cx="19050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Shape 143"/>
          <p:cNvSpPr txBox="1"/>
          <p:nvPr>
            <p:ph type="title"/>
          </p:nvPr>
        </p:nvSpPr>
        <p:spPr>
          <a:xfrm>
            <a:off x="238800" y="2134275"/>
            <a:ext cx="3978000" cy="6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4-pin Floppy Power Connector</a:t>
            </a:r>
            <a:endParaRPr sz="1800"/>
          </a:p>
        </p:txBody>
      </p:sp>
      <p:sp>
        <p:nvSpPr>
          <p:cNvPr id="144" name="Shape 144"/>
          <p:cNvSpPr txBox="1"/>
          <p:nvPr>
            <p:ph type="title"/>
          </p:nvPr>
        </p:nvSpPr>
        <p:spPr>
          <a:xfrm>
            <a:off x="238800" y="3963075"/>
            <a:ext cx="4333200" cy="6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Hard drive / CD/DVD power connectors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