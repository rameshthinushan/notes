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9" r:id="rId3"/>
    <p:sldId id="264" r:id="rId4"/>
    <p:sldId id="260" r:id="rId5"/>
    <p:sldId id="261" r:id="rId6"/>
    <p:sldId id="263" r:id="rId7"/>
    <p:sldId id="262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handout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6/8/2016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6 </a:t>
            </a:r>
          </a:p>
          <a:p>
            <a:r>
              <a:rPr lang="en-US" dirty="0" smtClean="0"/>
              <a:t>Introduction to User Account and Access Rights</a:t>
            </a: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collection of information which include user privileges</a:t>
            </a:r>
          </a:p>
          <a:p>
            <a:r>
              <a:rPr lang="en-US" dirty="0" smtClean="0"/>
              <a:t>Provide unique settings and preferences for users</a:t>
            </a:r>
          </a:p>
          <a:p>
            <a:r>
              <a:rPr lang="en-US" dirty="0" smtClean="0"/>
              <a:t>Included to OS </a:t>
            </a:r>
          </a:p>
          <a:p>
            <a:pPr lvl="1"/>
            <a:r>
              <a:rPr lang="en-US" dirty="0" smtClean="0"/>
              <a:t>What files and folders a user can access</a:t>
            </a:r>
          </a:p>
          <a:p>
            <a:pPr lvl="1"/>
            <a:r>
              <a:rPr lang="en-US" dirty="0" smtClean="0"/>
              <a:t>What operations user can perform</a:t>
            </a:r>
          </a:p>
          <a:p>
            <a:pPr lvl="2"/>
            <a:r>
              <a:rPr lang="en-US" dirty="0" smtClean="0"/>
              <a:t>Read </a:t>
            </a:r>
          </a:p>
          <a:p>
            <a:pPr lvl="2"/>
            <a:r>
              <a:rPr lang="en-US" dirty="0" smtClean="0"/>
              <a:t>Write</a:t>
            </a:r>
          </a:p>
          <a:p>
            <a:pPr lvl="2"/>
            <a:r>
              <a:rPr lang="en-US" dirty="0" smtClean="0"/>
              <a:t>Delete </a:t>
            </a:r>
          </a:p>
          <a:p>
            <a:pPr lvl="1"/>
            <a:r>
              <a:rPr lang="en-US" dirty="0" smtClean="0"/>
              <a:t>What are the user’s personal preferences</a:t>
            </a:r>
          </a:p>
          <a:p>
            <a:pPr lvl="2"/>
            <a:r>
              <a:rPr lang="en-US" dirty="0" smtClean="0"/>
              <a:t>Desktop background</a:t>
            </a:r>
          </a:p>
          <a:p>
            <a:pPr lvl="2"/>
            <a:r>
              <a:rPr lang="en-US" dirty="0" smtClean="0"/>
              <a:t>Themes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User Accounts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7 User Accounts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Administrator account</a:t>
            </a:r>
          </a:p>
          <a:p>
            <a:r>
              <a:rPr lang="en-US" dirty="0" smtClean="0"/>
              <a:t>Standard user Account</a:t>
            </a:r>
          </a:p>
          <a:p>
            <a:r>
              <a:rPr lang="en-US" dirty="0" smtClean="0"/>
              <a:t>Guest account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Administrator account</a:t>
            </a:r>
          </a:p>
          <a:p>
            <a:pPr lvl="1"/>
            <a:r>
              <a:rPr lang="en-US" dirty="0" smtClean="0"/>
              <a:t>Able to perform actions that will affect other users</a:t>
            </a:r>
          </a:p>
          <a:p>
            <a:pPr lvl="1"/>
            <a:r>
              <a:rPr lang="en-US" dirty="0" smtClean="0"/>
              <a:t>Can change security settings</a:t>
            </a:r>
          </a:p>
          <a:p>
            <a:pPr lvl="1"/>
            <a:r>
              <a:rPr lang="en-US" dirty="0" smtClean="0"/>
              <a:t>Can Install and uninstall software and hardware</a:t>
            </a:r>
          </a:p>
          <a:p>
            <a:pPr lvl="1"/>
            <a:r>
              <a:rPr lang="en-US" dirty="0" smtClean="0"/>
              <a:t>Access all any file on the computer</a:t>
            </a:r>
          </a:p>
          <a:p>
            <a:pPr lvl="1"/>
            <a:r>
              <a:rPr lang="en-US" dirty="0" smtClean="0"/>
              <a:t>Change other account settings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7 User Accounts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Standard user Account</a:t>
            </a:r>
          </a:p>
          <a:p>
            <a:pPr lvl="1"/>
            <a:r>
              <a:rPr lang="en-US" dirty="0" smtClean="0"/>
              <a:t>Able in most of the capabilities of the computer,</a:t>
            </a:r>
          </a:p>
          <a:p>
            <a:pPr lvl="1"/>
            <a:r>
              <a:rPr lang="en-US" dirty="0" smtClean="0"/>
              <a:t>But permission need from an administrator for make changes that affect other users or the security of the computer.</a:t>
            </a:r>
          </a:p>
          <a:p>
            <a:pPr lvl="1"/>
            <a:r>
              <a:rPr lang="en-US" dirty="0" smtClean="0"/>
              <a:t>Can't install or uninstall software and hardware, delete files that are required for the computer to work, or change settings on the computer that affect other users.</a:t>
            </a:r>
          </a:p>
          <a:p>
            <a:pPr lvl="1"/>
            <a:r>
              <a:rPr lang="en-US" dirty="0" smtClean="0"/>
              <a:t>Most programs  can run, but some programs might require you to provide an administrator password 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7 User Accounts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Windows 7 User Accounts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Guest account</a:t>
            </a:r>
          </a:p>
          <a:p>
            <a:pPr lvl="1"/>
            <a:r>
              <a:rPr lang="en-US" dirty="0" smtClean="0"/>
              <a:t>Used to give temporary access to someone</a:t>
            </a:r>
          </a:p>
          <a:p>
            <a:pPr lvl="1"/>
            <a:r>
              <a:rPr lang="en-US" dirty="0" smtClean="0"/>
              <a:t>The guest account is not available on Windows 7 Starter</a:t>
            </a:r>
          </a:p>
          <a:p>
            <a:pPr lvl="1"/>
            <a:r>
              <a:rPr lang="en-US" dirty="0" smtClean="0"/>
              <a:t>Can't install software or hardware, change settings, or create a password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Control panel → User Accounts </a:t>
            </a:r>
          </a:p>
          <a:p>
            <a:pPr lvl="1"/>
            <a:r>
              <a:rPr lang="en-US" dirty="0" smtClean="0"/>
              <a:t>Create a new account</a:t>
            </a:r>
          </a:p>
          <a:p>
            <a:pPr lvl="1"/>
            <a:r>
              <a:rPr lang="en-US" dirty="0" smtClean="0"/>
              <a:t>Change an account</a:t>
            </a:r>
          </a:p>
          <a:p>
            <a:pPr lvl="1"/>
            <a:r>
              <a:rPr lang="en-US" dirty="0" smtClean="0"/>
              <a:t>Change the way user log on and logoff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Accounts</a:t>
            </a:r>
            <a:endParaRPr lang="en-US" dirty="0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092703"/>
            <a:ext cx="2895600" cy="2765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Rights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21163"/>
          </a:xfrm>
        </p:spPr>
        <p:txBody>
          <a:bodyPr/>
          <a:lstStyle/>
          <a:p>
            <a:r>
              <a:rPr lang="en-US" dirty="0" smtClean="0"/>
              <a:t>Any permissions that have been assigned to a user on a computer resource.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2971800"/>
          <a:ext cx="8610600" cy="3615100"/>
        </p:xfrm>
        <a:graphic>
          <a:graphicData uri="http://schemas.openxmlformats.org/drawingml/2006/table">
            <a:tbl>
              <a:tblPr/>
              <a:tblGrid>
                <a:gridCol w="1275645"/>
                <a:gridCol w="7334955"/>
              </a:tblGrid>
              <a:tr h="64500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latin typeface="Segoe UI Semibold"/>
                        </a:rPr>
                        <a:t>Permission level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latin typeface="Segoe UI Semibold"/>
                        </a:rPr>
                        <a:t>Description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593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latin typeface="Segoe UI"/>
                        </a:rPr>
                        <a:t>Full control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Users can see the contents of a file or folder, change existing files and folders, create new </a:t>
                      </a:r>
                      <a:r>
                        <a:rPr lang="en-US" sz="1600" b="0" i="0" u="none" strike="noStrike" dirty="0" smtClean="0">
                          <a:solidFill>
                            <a:schemeClr val="tx1"/>
                          </a:solidFill>
                          <a:latin typeface="Segoe UI"/>
                        </a:rPr>
                        <a:t>files </a:t>
                      </a: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and folders, and run programs in a folder</a:t>
                      </a:r>
                      <a:r>
                        <a:rPr lang="en-US" sz="1600" b="0" i="0" u="none" strike="noStrike" dirty="0" smtClean="0">
                          <a:solidFill>
                            <a:schemeClr val="tx1"/>
                          </a:solidFill>
                          <a:latin typeface="Segoe UI"/>
                        </a:rPr>
                        <a:t>. 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latin typeface="Segoe UI"/>
                      </a:endParaRP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7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latin typeface="Segoe UI"/>
                        </a:rPr>
                        <a:t>Modify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Users can change existing files and folders, but cannot create new ones</a:t>
                      </a:r>
                      <a:r>
                        <a:rPr lang="en-US" sz="1600" b="0" i="0" u="none" strike="noStrike" dirty="0" smtClean="0">
                          <a:solidFill>
                            <a:schemeClr val="tx1"/>
                          </a:solidFill>
                          <a:latin typeface="Segoe UI"/>
                        </a:rPr>
                        <a:t>. 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latin typeface="Segoe UI"/>
                      </a:endParaRP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7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latin typeface="Segoe UI"/>
                        </a:rPr>
                        <a:t>Read and execute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Users can see the contents of existing files and folders and can run programs in a folder.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7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latin typeface="Segoe UI"/>
                        </a:rPr>
                        <a:t>Read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chemeClr val="tx1"/>
                          </a:solidFill>
                          <a:latin typeface="Segoe UI"/>
                        </a:rPr>
                        <a:t>Users can see the contents of a folder and open files and folders.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875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Write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Segoe UI"/>
                        </a:rPr>
                        <a:t>Users can create new files and folders and make changes to existing files and folders.</a:t>
                      </a:r>
                    </a:p>
                  </a:txBody>
                  <a:tcPr marL="6315" marR="6315" marT="631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Set, view, change, or remove permissions on files and folders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4419600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Right-click the file or folder for which you want to set permissions, click </a:t>
            </a:r>
            <a:r>
              <a:rPr lang="en-US" b="1" dirty="0" smtClean="0"/>
              <a:t>Properties</a:t>
            </a:r>
            <a:r>
              <a:rPr lang="en-US" dirty="0" smtClean="0"/>
              <a:t>, and then click the </a:t>
            </a:r>
            <a:r>
              <a:rPr lang="en-US" b="1" dirty="0" smtClean="0"/>
              <a:t>Security</a:t>
            </a:r>
            <a:r>
              <a:rPr lang="en-US" dirty="0" smtClean="0"/>
              <a:t> tab.</a:t>
            </a:r>
          </a:p>
          <a:p>
            <a:r>
              <a:rPr lang="en-US" dirty="0" smtClean="0"/>
              <a:t>Click </a:t>
            </a:r>
            <a:r>
              <a:rPr lang="en-US" b="1" dirty="0" smtClean="0"/>
              <a:t>Edit</a:t>
            </a:r>
            <a:r>
              <a:rPr lang="en-US" dirty="0" smtClean="0"/>
              <a:t> to open the </a:t>
            </a:r>
            <a:r>
              <a:rPr lang="en-US" b="1" dirty="0" smtClean="0"/>
              <a:t>Permissions </a:t>
            </a:r>
            <a:r>
              <a:rPr lang="en-US" dirty="0" smtClean="0"/>
              <a:t> dialog box.</a:t>
            </a:r>
          </a:p>
          <a:p>
            <a:endParaRPr 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4450" y="1628775"/>
            <a:ext cx="401955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Set, view, change, or remove permissions on files and folders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2672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To change or remove permissions from an existing group or user, click the name of the group or user.</a:t>
            </a:r>
          </a:p>
          <a:p>
            <a:pPr algn="just"/>
            <a:r>
              <a:rPr lang="en-US" dirty="0" smtClean="0"/>
              <a:t>To set permissions for a group or user that does not appear in the </a:t>
            </a:r>
            <a:r>
              <a:rPr lang="en-US" b="1" dirty="0" smtClean="0"/>
              <a:t>Group or user names</a:t>
            </a:r>
            <a:r>
              <a:rPr lang="en-US" dirty="0" smtClean="0"/>
              <a:t> box, click </a:t>
            </a:r>
            <a:r>
              <a:rPr lang="en-US" b="1" dirty="0" smtClean="0"/>
              <a:t>Add</a:t>
            </a:r>
            <a:r>
              <a:rPr lang="en-US" dirty="0" smtClean="0"/>
              <a:t>. Type the name of the group or user you want to set permissions for, and then click </a:t>
            </a:r>
            <a:r>
              <a:rPr lang="en-US" b="1" dirty="0" smtClean="0"/>
              <a:t>OK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To allow or deny a permission, in the </a:t>
            </a:r>
            <a:r>
              <a:rPr lang="en-US" b="1" dirty="0" smtClean="0"/>
              <a:t>Permissions for &lt;User or Group&gt;</a:t>
            </a:r>
            <a:r>
              <a:rPr lang="en-US" dirty="0" smtClean="0"/>
              <a:t> box, select the </a:t>
            </a:r>
            <a:r>
              <a:rPr lang="en-US" b="1" dirty="0" smtClean="0"/>
              <a:t>Allow</a:t>
            </a:r>
            <a:r>
              <a:rPr lang="en-US" dirty="0" smtClean="0"/>
              <a:t> or </a:t>
            </a:r>
            <a:r>
              <a:rPr lang="en-US" b="1" dirty="0" smtClean="0"/>
              <a:t>Deny</a:t>
            </a:r>
            <a:r>
              <a:rPr lang="en-US" dirty="0" smtClean="0"/>
              <a:t> check box.</a:t>
            </a:r>
          </a:p>
          <a:p>
            <a:pPr algn="just"/>
            <a:r>
              <a:rPr lang="en-US" dirty="0" smtClean="0"/>
              <a:t>When adding a new user or group, by default, this user or group will have Read &amp; Execute, List Folder Contents, and Read permissions.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1869</TotalTime>
  <Words>410</Words>
  <Application>Microsoft Office PowerPoint</Application>
  <PresentationFormat>On-screen Show (4:3)</PresentationFormat>
  <Paragraphs>69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HNDIT</vt:lpstr>
      <vt:lpstr>IT1102  Computer Hardware</vt:lpstr>
      <vt:lpstr>User Accounts</vt:lpstr>
      <vt:lpstr>Windows 7 User Accounts</vt:lpstr>
      <vt:lpstr>Windows 7 User Accounts</vt:lpstr>
      <vt:lpstr>Windows 7 User Accounts</vt:lpstr>
      <vt:lpstr>Windows 7 User Accounts</vt:lpstr>
      <vt:lpstr>User Accounts</vt:lpstr>
      <vt:lpstr>Access Rights</vt:lpstr>
      <vt:lpstr>Set, view, change, or remove permissions on files and folders</vt:lpstr>
      <vt:lpstr>Set, view, change, or remove permissions on files and folders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aasik</cp:lastModifiedBy>
  <cp:revision>264</cp:revision>
  <dcterms:created xsi:type="dcterms:W3CDTF">2016-04-01T06:09:59Z</dcterms:created>
  <dcterms:modified xsi:type="dcterms:W3CDTF">2016-06-08T08:56:06Z</dcterms:modified>
</cp:coreProperties>
</file>