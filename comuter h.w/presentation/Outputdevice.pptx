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7" r:id="rId3"/>
    <p:sldId id="258" r:id="rId4"/>
    <p:sldId id="259" r:id="rId5"/>
    <p:sldId id="264" r:id="rId6"/>
    <p:sldId id="260" r:id="rId7"/>
    <p:sldId id="265" r:id="rId8"/>
    <p:sldId id="261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516" y="-1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9D0CB-521B-4F1E-BDCC-429A013FE7D3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7EB7-C68C-492A-8F71-E37CE9B1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EE9A-6A19-43C9-A6F5-42153AA51B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076AA0-DF0B-475E-857B-05558B712B49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A363F47-E3F8-471D-AF4C-850DCE956B5A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78606" y="3581400"/>
            <a:ext cx="224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ardvark Cafe" pitchFamily="2" charset="0"/>
              </a:rPr>
              <a:t>Presented By </a:t>
            </a:r>
            <a:r>
              <a:rPr lang="en-US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</a:t>
            </a:r>
            <a:endParaRPr lang="en-US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70712" y="4191000"/>
            <a:ext cx="361950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                     JAF/IT/2019/F/0006</a:t>
            </a:r>
          </a:p>
          <a:p>
            <a:pPr algn="just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	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     JAF/IT/2019/F/0007</a:t>
            </a:r>
            <a:endParaRPr lang="en-US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no Pro Caption" pitchFamily="18" charset="0"/>
            </a:endParaRPr>
          </a:p>
          <a:p>
            <a:pPr algn="just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                     JAF/IT/2019/F/0008</a:t>
            </a:r>
          </a:p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                     JAF/IT/2019/F/0009</a:t>
            </a:r>
          </a:p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</a:rPr>
              <a:t>                     JAF/IT/2019/F/0010</a:t>
            </a:r>
          </a:p>
          <a:p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6240" y="228600"/>
            <a:ext cx="8326933" cy="11079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o Pro Caption" pitchFamily="18" charset="0"/>
              </a:rPr>
              <a:t>OUTPUT DEVICES</a:t>
            </a:r>
            <a:endParaRPr lang="en-US" sz="6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o Pro Captio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2774FF-D2B9-421C-A9AB-74478A96DA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47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304800"/>
            <a:ext cx="212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of </a:t>
            </a:r>
            <a:r>
              <a:rPr lang="en-US" dirty="0" smtClean="0"/>
              <a:t>presentation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835742"/>
            <a:ext cx="236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Types of output device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724939"/>
            <a:ext cx="708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04564" y="2178811"/>
            <a:ext cx="83410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 An output device is an electromechanical device that accepts data from a computer and translates them in suitable form for the users.</a:t>
            </a:r>
          </a:p>
          <a:p>
            <a:pPr algn="just"/>
            <a:r>
              <a:rPr lang="en-US" dirty="0" smtClean="0"/>
              <a:t>Output devices generate computer output that can be broadly classified into two types:- </a:t>
            </a:r>
          </a:p>
          <a:p>
            <a:pPr algn="just"/>
            <a:r>
              <a:rPr lang="en-US" dirty="0" smtClean="0"/>
              <a:t>(1). Soft-copy output:-They are temporary in nature </a:t>
            </a:r>
          </a:p>
          <a:p>
            <a:pPr algn="just"/>
            <a:r>
              <a:rPr lang="en-US" dirty="0" smtClean="0"/>
              <a:t>(2). Hard-copy output:- They are permanent in nature and can be kept in paper files or can be looked later when the person is not using a computer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41435" y="4355068"/>
            <a:ext cx="708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Types of output device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1436" y="4953000"/>
            <a:ext cx="7086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 Monitors</a:t>
            </a:r>
          </a:p>
          <a:p>
            <a:r>
              <a:rPr lang="en-US" dirty="0" smtClean="0"/>
              <a:t> Printers</a:t>
            </a:r>
          </a:p>
          <a:p>
            <a:r>
              <a:rPr lang="en-US" dirty="0" smtClean="0"/>
              <a:t> Plotter</a:t>
            </a:r>
          </a:p>
          <a:p>
            <a:r>
              <a:rPr lang="en-US" dirty="0" smtClean="0"/>
              <a:t> Projector</a:t>
            </a:r>
          </a:p>
          <a:p>
            <a:r>
              <a:rPr lang="en-US" dirty="0" smtClean="0"/>
              <a:t> Voice response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8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08251"/>
            <a:ext cx="2103120" cy="1577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724400"/>
            <a:ext cx="1554480" cy="15544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304800" y="1943160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 smtClean="0"/>
              <a:t>Monitor are the most popular output device used today for producing soft-copy output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 smtClean="0"/>
              <a:t>A monitor is associated usually with a keyboard and together they form a video display terminal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 smtClean="0"/>
              <a:t> Two basic types of monitor:-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 smtClean="0"/>
              <a:t>(1). Cathode Ray Tube(CRT):- The CRT monitor displays images with color that are consistent and can be viewed with different angles.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1600" dirty="0" smtClean="0"/>
              <a:t>(2). Liquid Crystal Display(LCD):- The LCD monitor are thin and they use little space. They are light in weight, consume less </a:t>
            </a:r>
            <a:r>
              <a:rPr lang="en-US" sz="1600" dirty="0" smtClean="0"/>
              <a:t>energy.</a:t>
            </a:r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/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 smtClean="0"/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/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 smtClean="0"/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/>
          </a:p>
          <a:p>
            <a:pPr marL="742950" lvl="1" indent="-285750">
              <a:buFont typeface="Wingdings" pitchFamily="2" charset="2"/>
              <a:buChar char="q"/>
            </a:pPr>
            <a:endParaRPr lang="en-US" sz="1600" dirty="0" smtClean="0"/>
          </a:p>
          <a:p>
            <a:pPr lvl="1"/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2971800" y="685205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Monitors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16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028342"/>
            <a:ext cx="6477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printer is a device that print text document and images on paper</a:t>
            </a:r>
          </a:p>
          <a:p>
            <a:r>
              <a:rPr lang="en-US" dirty="0"/>
              <a:t> It is a peripheral output device. </a:t>
            </a:r>
          </a:p>
          <a:p>
            <a:r>
              <a:rPr lang="en-US" dirty="0"/>
              <a:t>Printers can be classified in two group- impact printers and non-impact printers</a:t>
            </a:r>
          </a:p>
          <a:p>
            <a:r>
              <a:rPr lang="en-US" dirty="0"/>
              <a:t>There are different types of printers:- </a:t>
            </a:r>
          </a:p>
          <a:p>
            <a:r>
              <a:rPr lang="en-US" dirty="0"/>
              <a:t>(1).Dot-Matrix:- Dot-Matrix printers are character printer that print one character at a time. They form character and all kind of images as patterns of dots. </a:t>
            </a:r>
          </a:p>
          <a:p>
            <a:r>
              <a:rPr lang="en-US" dirty="0"/>
              <a:t>(2).Inkjet:- Inkjet printers are character printers that form characters and all kinds of images by spraying small drops of ink on a paper. </a:t>
            </a:r>
          </a:p>
          <a:p>
            <a:r>
              <a:rPr lang="en-US" dirty="0"/>
              <a:t>(3).Laser Printer:- The Laser Printer uses a beam of laser for the purpose of printing and it is consists of a revolving cylinder that is made up of photoconductive material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6470" y="457200"/>
            <a:ext cx="1182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Printer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0" y="5058320"/>
            <a:ext cx="2926080" cy="16472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98620"/>
            <a:ext cx="1693545" cy="18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7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75" y="1524000"/>
            <a:ext cx="8001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1600" dirty="0" smtClean="0"/>
              <a:t>Plotter are an ideal output device for architects, engineers, and others who need to routinely generate high-precision, hard-copy, graphic output of widely varying sizes.</a:t>
            </a: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1600" dirty="0" smtClean="0"/>
              <a:t>There are two types of plotter:- </a:t>
            </a:r>
          </a:p>
          <a:p>
            <a:pPr marL="742950" lvl="1" indent="-285750" algn="just">
              <a:buFont typeface="Wingdings" pitchFamily="2" charset="2"/>
              <a:buChar char="q"/>
            </a:pPr>
            <a:r>
              <a:rPr lang="en-US" sz="1600" dirty="0" smtClean="0"/>
              <a:t>(1).Drum Plotter:- In a drum plotter, the paper on which the design is to be made is placed over a drum that can rotate in both clockwise and anti-clockwise direction to produce vertical motion. </a:t>
            </a:r>
          </a:p>
          <a:p>
            <a:pPr marL="742950" lvl="1" indent="-285750" algn="just">
              <a:buFont typeface="Wingdings" pitchFamily="2" charset="2"/>
              <a:buChar char="q"/>
            </a:pPr>
            <a:r>
              <a:rPr lang="en-US" sz="1600" dirty="0" smtClean="0"/>
              <a:t>(2).Flatbed Plotter:-A flatbed plotter plots design or graph on a sheet of paper spread and fixed over a rectangular flatbed table.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222774FF-D2B9-421C-A9AB-74478A96DAE3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352800" y="609600"/>
            <a:ext cx="133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smtClean="0"/>
              <a:t>Plotter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50" y="4349947"/>
            <a:ext cx="1938514" cy="13841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6062246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Plotter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991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371600"/>
            <a:ext cx="7848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Screen image projector is an output device used to project information from a computer on a large screen</a:t>
            </a:r>
          </a:p>
          <a:p>
            <a:r>
              <a:rPr lang="en-US" dirty="0"/>
              <a:t> Additionally, a full-fledged multimedia presentation with audio, video, image and animation can be prepared and made by using this facility.</a:t>
            </a:r>
          </a:p>
          <a:p>
            <a:r>
              <a:rPr lang="en-US" dirty="0"/>
              <a:t> Like monitors, screen image projectors provide a temporary, soft-copy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8448" y="228600"/>
            <a:ext cx="1334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Projector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09600" y="4114800"/>
            <a:ext cx="2817290" cy="1652032"/>
            <a:chOff x="459310" y="5029200"/>
            <a:chExt cx="2817290" cy="168890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33" t="24679" r="8216" b="18671"/>
            <a:stretch/>
          </p:blipFill>
          <p:spPr>
            <a:xfrm>
              <a:off x="459310" y="5029200"/>
              <a:ext cx="2817290" cy="16889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TextBox 5"/>
            <p:cNvSpPr txBox="1"/>
            <p:nvPr/>
          </p:nvSpPr>
          <p:spPr>
            <a:xfrm>
              <a:off x="478975" y="6342678"/>
              <a:ext cx="2569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Projector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566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871" y="762000"/>
            <a:ext cx="82887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1600" b="1" dirty="0" smtClean="0"/>
              <a:t>Just as a speech recognition system allows a user to talk to a computer, a voice response system enables a computer to talk to a user</a:t>
            </a: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sz="1600" b="1" dirty="0" smtClean="0"/>
              <a:t>Voice response systems are of two types:- </a:t>
            </a:r>
          </a:p>
          <a:p>
            <a:pPr marL="742950" lvl="1" indent="-285750" algn="just">
              <a:buFont typeface="Wingdings" pitchFamily="2" charset="2"/>
              <a:buChar char="q"/>
            </a:pPr>
            <a:r>
              <a:rPr lang="en-US" sz="1600" b="1" dirty="0" smtClean="0"/>
              <a:t>(1).Voice reproduction system:- A voice reproduction system produces audio output by selecting an appropriate audio output from a set of prerecorded audio responses</a:t>
            </a:r>
          </a:p>
          <a:p>
            <a:pPr marL="742950" lvl="1" indent="-285750" algn="just">
              <a:buFont typeface="Wingdings" pitchFamily="2" charset="2"/>
              <a:buChar char="q"/>
            </a:pPr>
            <a:r>
              <a:rPr lang="en-US" sz="1600" b="1" dirty="0" smtClean="0"/>
              <a:t>(2).Speech synthesizer:- A speech synthesizer converts text information into spoken sentences. To produce speech, these device combine basic sound units called phonemes</a:t>
            </a:r>
            <a:endParaRPr lang="en-US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4994" y="1166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Voice Response Systems</a:t>
            </a:r>
            <a:endParaRPr lang="en-US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2774FF-D2B9-421C-A9AB-74478A96DAE3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75722"/>
            <a:ext cx="2381250" cy="2381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971800"/>
            <a:ext cx="1219200" cy="193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2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52600"/>
            <a:ext cx="7086600" cy="9906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3200" dirty="0" smtClean="0"/>
              <a:t>Question Time?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2774FF-D2B9-421C-A9AB-74478A96DAE3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990600" y="4800600"/>
            <a:ext cx="6400800" cy="1112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4300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2588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9164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sz="3200" dirty="0" smtClean="0"/>
              <a:t>Thank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55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234</TotalTime>
  <Words>602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Aardvark Cafe</vt:lpstr>
      <vt:lpstr>Arial Black</vt:lpstr>
      <vt:lpstr>Arno Pro Caption</vt:lpstr>
      <vt:lpstr>Book Antiqua</vt:lpstr>
      <vt:lpstr>Calibri</vt:lpstr>
      <vt:lpstr>Lucida Sans</vt:lpstr>
      <vt:lpstr>Wingdings</vt:lpstr>
      <vt:lpstr>Wingdings 2</vt:lpstr>
      <vt:lpstr>Wingdings 3</vt:lpstr>
      <vt:lpstr>Composite</vt:lpstr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thinushan</cp:lastModifiedBy>
  <cp:revision>17</cp:revision>
  <dcterms:created xsi:type="dcterms:W3CDTF">2019-07-28T14:19:41Z</dcterms:created>
  <dcterms:modified xsi:type="dcterms:W3CDTF">2019-07-29T19:28:59Z</dcterms:modified>
</cp:coreProperties>
</file>