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77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6D831F6-A7E2-4112-8F21-442FB7D491F7}">
          <p14:sldIdLst>
            <p14:sldId id="256"/>
            <p14:sldId id="258"/>
            <p14:sldId id="257"/>
            <p14:sldId id="259"/>
            <p14:sldId id="261"/>
            <p14:sldId id="260"/>
            <p14:sldId id="262"/>
            <p14:sldId id="263"/>
          </p14:sldIdLst>
        </p14:section>
        <p14:section name="Untitled Section" id="{C2928116-C719-4707-AABC-553024197EE1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4660"/>
  </p:normalViewPr>
  <p:slideViewPr>
    <p:cSldViewPr snapToGrid="0">
      <p:cViewPr varScale="1">
        <p:scale>
          <a:sx n="71" d="100"/>
          <a:sy n="71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415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528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640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052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8500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61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9500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396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304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4388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2597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710455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760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9252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3993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0698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642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8/4/2019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4435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  <p:sldLayoutId id="2147483791" r:id="rId14"/>
    <p:sldLayoutId id="2147483792" r:id="rId15"/>
    <p:sldLayoutId id="2147483793" r:id="rId16"/>
    <p:sldLayoutId id="2147483794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/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8090" y="1567543"/>
            <a:ext cx="8242664" cy="1436914"/>
          </a:xfrm>
        </p:spPr>
        <p:txBody>
          <a:bodyPr>
            <a:noAutofit/>
          </a:bodyPr>
          <a:lstStyle/>
          <a:p>
            <a:r>
              <a:rPr lang="en-GB" sz="7400" dirty="0" smtClean="0">
                <a:solidFill>
                  <a:srgbClr val="FFFF00"/>
                </a:solidFill>
              </a:rPr>
              <a:t>MOTHER BOARD </a:t>
            </a:r>
            <a:endParaRPr lang="en-GB" sz="7400" dirty="0">
              <a:solidFill>
                <a:srgbClr val="FFFF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90903" y="3931920"/>
            <a:ext cx="638773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Presented by:- </a:t>
            </a:r>
            <a:r>
              <a:rPr lang="en-GB" sz="2800" dirty="0"/>
              <a:t>J</a:t>
            </a:r>
            <a:r>
              <a:rPr lang="en-GB" sz="2800" dirty="0" smtClean="0"/>
              <a:t>AF/IT/2019/F/0026</a:t>
            </a:r>
          </a:p>
          <a:p>
            <a:r>
              <a:rPr lang="en-GB" sz="2800" dirty="0"/>
              <a:t>	</a:t>
            </a:r>
            <a:r>
              <a:rPr lang="en-GB" sz="2800" dirty="0" smtClean="0"/>
              <a:t>		 	       JAF/IT/2019/F/0027</a:t>
            </a:r>
            <a:endParaRPr lang="en-GB" sz="2800" dirty="0"/>
          </a:p>
          <a:p>
            <a:r>
              <a:rPr lang="en-GB" sz="2800" dirty="0" smtClean="0"/>
              <a:t>			            JAF/IT/2019/F/0028</a:t>
            </a:r>
            <a:endParaRPr lang="en-GB" sz="2800" dirty="0"/>
          </a:p>
          <a:p>
            <a:r>
              <a:rPr lang="en-GB" sz="2800" dirty="0" smtClean="0"/>
              <a:t>			            JAF/IT/2019/F/0029</a:t>
            </a:r>
            <a:endParaRPr lang="en-GB" sz="2800" dirty="0"/>
          </a:p>
          <a:p>
            <a:r>
              <a:rPr lang="en-GB" sz="2800" dirty="0" smtClean="0"/>
              <a:t>			            JAF/IT/2019/F/0030</a:t>
            </a:r>
            <a:endParaRPr lang="en-GB" sz="2800" dirty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924234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 smtClean="0">
                <a:solidFill>
                  <a:srgbClr val="FFFF00"/>
                </a:solidFill>
              </a:rPr>
              <a:t>Introduction for computer motherboard</a:t>
            </a:r>
            <a:endParaRPr lang="en-GB" u="sng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4138" y="2096063"/>
            <a:ext cx="11312434" cy="461824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 smtClean="0"/>
              <a:t>&gt;The first motherboard originally called a ‘PLANNAR’ was used in the IBM personal     computer released in 1981.</a:t>
            </a:r>
          </a:p>
          <a:p>
            <a:pPr marL="0" indent="0">
              <a:buNone/>
            </a:pPr>
            <a:r>
              <a:rPr lang="en-GB" dirty="0" smtClean="0"/>
              <a:t>&gt;If the CPU considered the brain of the computer then the motherboard would certainly have to be the heart of the of any computer.</a:t>
            </a:r>
          </a:p>
          <a:p>
            <a:pPr marL="0" indent="0">
              <a:buNone/>
            </a:pPr>
            <a:r>
              <a:rPr lang="en-GB" dirty="0" smtClean="0"/>
              <a:t>&gt;It’s that flat ,square plastic board inside the computer with printed circuit </a:t>
            </a:r>
            <a:r>
              <a:rPr lang="en-GB" dirty="0" err="1" smtClean="0"/>
              <a:t>chips,connectors</a:t>
            </a:r>
            <a:r>
              <a:rPr lang="en-GB" dirty="0" smtClean="0"/>
              <a:t> and expansion slots on it.</a:t>
            </a:r>
          </a:p>
          <a:p>
            <a:pPr marL="0" indent="0">
              <a:buNone/>
            </a:pPr>
            <a:r>
              <a:rPr lang="en-GB" dirty="0" smtClean="0"/>
              <a:t>&gt;Every component directly or indirectly involved with making the PC function </a:t>
            </a:r>
            <a:r>
              <a:rPr lang="en-GB" dirty="0" err="1" smtClean="0"/>
              <a:t>properly,is</a:t>
            </a:r>
            <a:r>
              <a:rPr lang="en-GB" dirty="0" smtClean="0"/>
              <a:t> </a:t>
            </a:r>
            <a:r>
              <a:rPr lang="en-GB" dirty="0" err="1" smtClean="0"/>
              <a:t>attacted</a:t>
            </a:r>
            <a:r>
              <a:rPr lang="en-GB" dirty="0" smtClean="0"/>
              <a:t>, or connected to the motherboard.</a:t>
            </a:r>
          </a:p>
          <a:p>
            <a:pPr marL="0" indent="0">
              <a:buNone/>
            </a:pPr>
            <a:r>
              <a:rPr lang="en-GB" dirty="0" smtClean="0"/>
              <a:t>&gt;For all intents and </a:t>
            </a:r>
            <a:r>
              <a:rPr lang="en-GB" dirty="0" err="1" smtClean="0"/>
              <a:t>purposes,the</a:t>
            </a:r>
            <a:r>
              <a:rPr lang="en-GB" dirty="0" smtClean="0"/>
              <a:t> </a:t>
            </a:r>
            <a:r>
              <a:rPr lang="en-GB" dirty="0" err="1" smtClean="0"/>
              <a:t>mothboard</a:t>
            </a:r>
            <a:r>
              <a:rPr lang="en-GB" dirty="0" smtClean="0"/>
              <a:t> is the computer.</a:t>
            </a:r>
          </a:p>
          <a:p>
            <a:pPr marL="0" indent="0">
              <a:buNone/>
            </a:pPr>
            <a:r>
              <a:rPr lang="en-GB" dirty="0" smtClean="0"/>
              <a:t>&gt;It is an electronic printed circuit board that is the foundation of a computer.</a:t>
            </a:r>
          </a:p>
          <a:p>
            <a:pPr marL="0" indent="0">
              <a:buNone/>
            </a:pPr>
            <a:r>
              <a:rPr lang="en-GB" dirty="0" smtClean="0"/>
              <a:t>&gt;It is used to interconnect all hardware </a:t>
            </a:r>
            <a:r>
              <a:rPr lang="en-GB" dirty="0" err="1" smtClean="0"/>
              <a:t>componets</a:t>
            </a:r>
            <a:r>
              <a:rPr lang="en-GB" dirty="0" smtClean="0"/>
              <a:t> together.</a:t>
            </a:r>
          </a:p>
          <a:p>
            <a:pPr marL="0" indent="0">
              <a:buNone/>
            </a:pPr>
            <a:r>
              <a:rPr lang="en-GB" dirty="0" smtClean="0"/>
              <a:t>&gt;connectors on the mother.</a:t>
            </a:r>
          </a:p>
        </p:txBody>
      </p:sp>
    </p:spTree>
    <p:extLst>
      <p:ext uri="{BB962C8B-B14F-4D97-AF65-F5344CB8AC3E}">
        <p14:creationId xmlns:p14="http://schemas.microsoft.com/office/powerpoint/2010/main" val="37123364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352697"/>
            <a:ext cx="8151223" cy="6021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870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TYPE OF MOTHERBOARD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 smtClean="0"/>
              <a:t>&gt;INTEGRATED MOTHERBOARD</a:t>
            </a:r>
          </a:p>
          <a:p>
            <a:pPr marL="0" indent="0">
              <a:buNone/>
            </a:pPr>
            <a:r>
              <a:rPr lang="en-GB" dirty="0" smtClean="0"/>
              <a:t>&gt;NON INTEGRATED MOTHERBOARD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&gt;DESKKTOP MOTHERBOARD</a:t>
            </a:r>
          </a:p>
          <a:p>
            <a:pPr marL="0" indent="0">
              <a:buNone/>
            </a:pPr>
            <a:r>
              <a:rPr lang="en-GB" dirty="0" smtClean="0"/>
              <a:t>&gt;LAPTOP MOTHERBOARD</a:t>
            </a:r>
          </a:p>
          <a:p>
            <a:pPr marL="0" indent="0">
              <a:buNone/>
            </a:pPr>
            <a:r>
              <a:rPr lang="en-GB" dirty="0" smtClean="0"/>
              <a:t>&gt;SERVER MOTHERBOARD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 smtClean="0"/>
              <a:t>&gt;AT  MOTHERBOARD</a:t>
            </a:r>
          </a:p>
          <a:p>
            <a:pPr marL="0" indent="0">
              <a:buNone/>
            </a:pPr>
            <a:r>
              <a:rPr lang="en-GB" dirty="0" smtClean="0"/>
              <a:t>&gt;ATX  MOTHERBOARD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3463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TYPE OF MOTHERBOARD</a:t>
            </a:r>
            <a:br>
              <a:rPr lang="en-GB" dirty="0" smtClean="0">
                <a:solidFill>
                  <a:srgbClr val="FFFF00"/>
                </a:solidFill>
              </a:rPr>
            </a:br>
            <a:r>
              <a:rPr lang="en-GB" dirty="0" smtClean="0">
                <a:solidFill>
                  <a:srgbClr val="FFFF00"/>
                </a:solidFill>
              </a:rPr>
              <a:t>BASED ON FORM FACTOR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096064"/>
            <a:ext cx="9843100" cy="460518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GB" dirty="0"/>
          </a:p>
          <a:p>
            <a:pPr marL="457200" indent="-457200">
              <a:buAutoNum type="arabicPeriod"/>
            </a:pPr>
            <a:r>
              <a:rPr lang="en-GB" sz="3600" dirty="0" smtClean="0"/>
              <a:t>AT</a:t>
            </a:r>
          </a:p>
          <a:p>
            <a:pPr marL="457200" indent="-457200">
              <a:buAutoNum type="arabicPeriod"/>
            </a:pPr>
            <a:r>
              <a:rPr lang="en-GB" sz="3600" dirty="0" smtClean="0"/>
              <a:t>ATX</a:t>
            </a:r>
          </a:p>
          <a:p>
            <a:pPr marL="457200" indent="-457200">
              <a:buAutoNum type="arabicPeriod"/>
            </a:pPr>
            <a:r>
              <a:rPr lang="en-GB" sz="3600" dirty="0" smtClean="0"/>
              <a:t>Mini-ATX</a:t>
            </a:r>
          </a:p>
          <a:p>
            <a:pPr marL="457200" indent="-457200">
              <a:buAutoNum type="arabicPeriod"/>
            </a:pPr>
            <a:r>
              <a:rPr lang="en-GB" sz="3600" dirty="0" smtClean="0"/>
              <a:t>Micro-ATX</a:t>
            </a:r>
          </a:p>
          <a:p>
            <a:pPr marL="0" indent="0">
              <a:buNone/>
            </a:pPr>
            <a:r>
              <a:rPr lang="en-GB" sz="3600" dirty="0" smtClean="0"/>
              <a:t>5. LPX</a:t>
            </a:r>
          </a:p>
          <a:p>
            <a:pPr marL="0" indent="0">
              <a:buNone/>
            </a:pPr>
            <a:r>
              <a:rPr lang="en-GB" sz="3600" dirty="0" smtClean="0"/>
              <a:t>6. BTX</a:t>
            </a:r>
          </a:p>
          <a:p>
            <a:pPr marL="0" indent="0">
              <a:buNone/>
            </a:pPr>
            <a:r>
              <a:rPr lang="en-GB" sz="3600" smtClean="0"/>
              <a:t>	SEE MORE……..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197577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063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545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943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rgbClr val="FFFF00"/>
                </a:solidFill>
              </a:rPr>
              <a:t>TYPES MOTHERBOARD </a:t>
            </a:r>
            <a:br>
              <a:rPr lang="en-GB" dirty="0" smtClean="0">
                <a:solidFill>
                  <a:srgbClr val="FFFF00"/>
                </a:solidFill>
              </a:rPr>
            </a:br>
            <a:r>
              <a:rPr lang="en-GB" dirty="0" smtClean="0">
                <a:solidFill>
                  <a:srgbClr val="FFFF00"/>
                </a:solidFill>
              </a:rPr>
              <a:t>BASED ON USE</a:t>
            </a:r>
            <a:endParaRPr lang="en-GB" dirty="0">
              <a:solidFill>
                <a:srgbClr val="FFFF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 smtClean="0"/>
              <a:t>1.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256681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133</TotalTime>
  <Words>185</Words>
  <Application>Microsoft Office PowerPoint</Application>
  <PresentationFormat>Widescreen</PresentationFormat>
  <Paragraphs>37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Bookman Old Style</vt:lpstr>
      <vt:lpstr>Rockwell</vt:lpstr>
      <vt:lpstr>Damask</vt:lpstr>
      <vt:lpstr> </vt:lpstr>
      <vt:lpstr>Introduction for computer motherboard</vt:lpstr>
      <vt:lpstr>PowerPoint Presentation</vt:lpstr>
      <vt:lpstr>TYPE OF MOTHERBOARD</vt:lpstr>
      <vt:lpstr>TYPE OF MOTHERBOARD BASED ON FORM FACTOR</vt:lpstr>
      <vt:lpstr>PowerPoint Presentation</vt:lpstr>
      <vt:lpstr>PowerPoint Presentation</vt:lpstr>
      <vt:lpstr>TYPES MOTHERBOARD  BASED ON USE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thinushan</dc:creator>
  <cp:lastModifiedBy>thinushan</cp:lastModifiedBy>
  <cp:revision>16</cp:revision>
  <dcterms:created xsi:type="dcterms:W3CDTF">2019-08-04T05:37:13Z</dcterms:created>
  <dcterms:modified xsi:type="dcterms:W3CDTF">2019-08-04T10:04:56Z</dcterms:modified>
</cp:coreProperties>
</file>