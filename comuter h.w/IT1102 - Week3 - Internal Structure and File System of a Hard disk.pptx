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8" r:id="rId3"/>
    <p:sldId id="259" r:id="rId4"/>
    <p:sldId id="260" r:id="rId5"/>
    <p:sldId id="266" r:id="rId6"/>
    <p:sldId id="261" r:id="rId7"/>
    <p:sldId id="262" r:id="rId8"/>
    <p:sldId id="270" r:id="rId9"/>
    <p:sldId id="263" r:id="rId10"/>
    <p:sldId id="264" r:id="rId11"/>
    <p:sldId id="271" r:id="rId12"/>
    <p:sldId id="267" r:id="rId13"/>
    <p:sldId id="269" r:id="rId14"/>
    <p:sldId id="273" r:id="rId15"/>
    <p:sldId id="277" r:id="rId16"/>
    <p:sldId id="274" r:id="rId17"/>
    <p:sldId id="275" r:id="rId18"/>
    <p:sldId id="268" r:id="rId19"/>
    <p:sldId id="272" r:id="rId20"/>
    <p:sldId id="278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C7F5F9-990C-45CA-A544-E412BEEDA5ED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smtClean="0"/>
              <a:t>Janaka Rajakaruna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98BB5-A5DF-4454-9ABC-93ADC18BCBD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028C7-D268-4B3A-BE28-55C5A5BED5DB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smtClean="0"/>
              <a:t>Janaka Rajakaruna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EC25E-3E72-4910-A92E-65F3C621F4D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8EC25E-3E72-4910-A92E-65F3C621F4D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A8B00-726B-4701-9EAF-5E3490A6A9F5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Week- 01 - Introduction to computer System and its classifications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IT1102 Computer Hardware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DD56F-A681-4805-A5A2-3EFEAD22C2F4}" type="datetimeFigureOut">
              <a:rPr lang="en-US" smtClean="0"/>
              <a:pPr/>
              <a:t>4/10/2016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431" y="4800600"/>
            <a:ext cx="8696169" cy="1143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Week 3</a:t>
            </a:r>
          </a:p>
          <a:p>
            <a:r>
              <a:rPr lang="en-US" smtClean="0"/>
              <a:t>Internal Structure and File System of a Hard disk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IT1102 </a:t>
            </a:r>
            <a:br>
              <a:rPr lang="en-US" dirty="0" smtClean="0"/>
            </a:br>
            <a:r>
              <a:rPr lang="en-US" dirty="0" smtClean="0"/>
              <a:t>Computer Hardware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57841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Hard disk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Non Volatile</a:t>
            </a:r>
          </a:p>
          <a:p>
            <a:r>
              <a:rPr lang="en-US" dirty="0" smtClean="0"/>
              <a:t>Mutable</a:t>
            </a:r>
          </a:p>
          <a:p>
            <a:r>
              <a:rPr lang="en-US" dirty="0" smtClean="0"/>
              <a:t>Secondary / auxiliary 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 descr="pic00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3048000"/>
            <a:ext cx="5029200" cy="3775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Stack of circular metal platters</a:t>
            </a:r>
          </a:p>
          <a:p>
            <a:r>
              <a:rPr lang="en-US" dirty="0" smtClean="0"/>
              <a:t>Coated with magnetic material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Internal Structure of a Hard Disk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922837"/>
            <a:ext cx="8229600" cy="18589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Platters rotate at speed</a:t>
            </a:r>
          </a:p>
          <a:p>
            <a:pPr lvl="1"/>
            <a:r>
              <a:rPr lang="en-US" dirty="0" err="1" smtClean="0"/>
              <a:t>eg</a:t>
            </a:r>
            <a:r>
              <a:rPr lang="en-US" dirty="0" smtClean="0"/>
              <a:t>: 7200 rpm</a:t>
            </a:r>
          </a:p>
          <a:p>
            <a:r>
              <a:rPr lang="en-US" dirty="0" smtClean="0"/>
              <a:t>Electromagnetic read/write heads read and write data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pic>
        <p:nvPicPr>
          <p:cNvPr id="8194" name="Picture 2" descr="http://kyambille.weebly.com/uploads/1/3/8/8/13884676/4880772_ori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381000"/>
            <a:ext cx="7739631" cy="4572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Internal Structure of a Hard Disk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6626" name="Picture 2" descr="http://www.gjszlin.cz/ivt/esf/ostatni-sin/images/pevnydisk_cluste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5608" y="1524000"/>
            <a:ext cx="8552180" cy="5334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Database to store data about files in a disk</a:t>
            </a:r>
          </a:p>
          <a:p>
            <a:pPr lvl="1"/>
            <a:r>
              <a:rPr lang="en-US" dirty="0" smtClean="0"/>
              <a:t>File name</a:t>
            </a:r>
          </a:p>
          <a:p>
            <a:pPr lvl="1"/>
            <a:r>
              <a:rPr lang="en-US" dirty="0" smtClean="0"/>
              <a:t>Location / address</a:t>
            </a:r>
          </a:p>
          <a:p>
            <a:r>
              <a:rPr lang="en-US" dirty="0" smtClean="0"/>
              <a:t>File allocation Table maintain the physical location of the files</a:t>
            </a:r>
          </a:p>
          <a:p>
            <a:r>
              <a:rPr lang="en-AU" dirty="0" smtClean="0"/>
              <a:t>Displayed in a hierarchy</a:t>
            </a: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File System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105400"/>
          </a:xfrm>
        </p:spPr>
        <p:txBody>
          <a:bodyPr>
            <a:normAutofit/>
          </a:bodyPr>
          <a:lstStyle/>
          <a:p>
            <a:pPr lvl="1"/>
            <a:r>
              <a:rPr lang="en-US" dirty="0" smtClean="0"/>
              <a:t>FAT 16 </a:t>
            </a:r>
          </a:p>
          <a:p>
            <a:pPr lvl="2"/>
            <a:r>
              <a:rPr lang="en-US" dirty="0" smtClean="0"/>
              <a:t>DOS and Windows 3.x</a:t>
            </a:r>
          </a:p>
          <a:p>
            <a:pPr lvl="2"/>
            <a:r>
              <a:rPr lang="en-US" dirty="0" smtClean="0"/>
              <a:t>Originally designed for use on small partitions up to 4GB</a:t>
            </a:r>
          </a:p>
          <a:p>
            <a:pPr lvl="2"/>
            <a:r>
              <a:rPr lang="en-US" dirty="0" smtClean="0"/>
              <a:t>File names are limited to 8 characters</a:t>
            </a:r>
          </a:p>
          <a:p>
            <a:pPr lvl="1"/>
            <a:r>
              <a:rPr lang="en-US" dirty="0" smtClean="0"/>
              <a:t>FAT 32 </a:t>
            </a:r>
          </a:p>
          <a:p>
            <a:pPr lvl="2"/>
            <a:r>
              <a:rPr lang="en-US" dirty="0" smtClean="0"/>
              <a:t>Introduced with Win98</a:t>
            </a:r>
          </a:p>
          <a:p>
            <a:pPr lvl="2"/>
            <a:r>
              <a:rPr lang="en-US" dirty="0" smtClean="0"/>
              <a:t>No limitations for file name length 		</a:t>
            </a:r>
          </a:p>
          <a:p>
            <a:pPr lvl="2"/>
            <a:r>
              <a:rPr lang="en-US" dirty="0" smtClean="0"/>
              <a:t>Support drives up to 2 TB </a:t>
            </a:r>
          </a:p>
          <a:p>
            <a:pPr lvl="2"/>
            <a:r>
              <a:rPr lang="en-US" dirty="0" smtClean="0"/>
              <a:t>Weak in error recovery </a:t>
            </a:r>
          </a:p>
          <a:p>
            <a:pPr lvl="2"/>
            <a:r>
              <a:rPr lang="en-US" dirty="0" smtClean="0"/>
              <a:t>No built-in file security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File Systems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NTFS</a:t>
            </a:r>
          </a:p>
          <a:p>
            <a:pPr lvl="1"/>
            <a:r>
              <a:rPr lang="en-US" dirty="0" smtClean="0"/>
              <a:t>Introduced with Windows NT</a:t>
            </a:r>
          </a:p>
          <a:p>
            <a:pPr lvl="1"/>
            <a:r>
              <a:rPr lang="en-US" dirty="0" smtClean="0"/>
              <a:t>Secure and robust than FAT16 or FAT32</a:t>
            </a:r>
          </a:p>
          <a:p>
            <a:pPr marL="886968" lvl="3"/>
            <a:r>
              <a:rPr lang="en-US" dirty="0" smtClean="0"/>
              <a:t>Permission control</a:t>
            </a:r>
          </a:p>
          <a:p>
            <a:pPr marL="886968" lvl="3"/>
            <a:r>
              <a:rPr lang="en-US" dirty="0" smtClean="0"/>
              <a:t>Encryption</a:t>
            </a:r>
          </a:p>
          <a:p>
            <a:pPr marL="886968" lvl="3"/>
            <a:r>
              <a:rPr lang="en-US" dirty="0" smtClean="0"/>
              <a:t>Compression</a:t>
            </a:r>
          </a:p>
          <a:p>
            <a:pPr lvl="1"/>
            <a:r>
              <a:rPr lang="en-US" dirty="0" smtClean="0"/>
              <a:t>Offers better recovery from errors</a:t>
            </a:r>
          </a:p>
          <a:p>
            <a:pPr lvl="1"/>
            <a:r>
              <a:rPr lang="en-US" dirty="0" smtClean="0"/>
              <a:t>Support extremely large storage media</a:t>
            </a:r>
          </a:p>
          <a:p>
            <a:pPr lvl="1"/>
            <a:r>
              <a:rPr lang="en-US" dirty="0" smtClean="0"/>
              <a:t>Capable of long file names 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File Systems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4102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NFS</a:t>
            </a:r>
          </a:p>
          <a:p>
            <a:pPr lvl="1"/>
            <a:r>
              <a:rPr lang="en-US" dirty="0" smtClean="0"/>
              <a:t>Distributed file system or Network File System</a:t>
            </a:r>
          </a:p>
          <a:p>
            <a:pPr lvl="1"/>
            <a:r>
              <a:rPr lang="en-US" dirty="0" smtClean="0"/>
              <a:t>Multiple users on multiple machines to share files </a:t>
            </a:r>
          </a:p>
          <a:p>
            <a:r>
              <a:rPr lang="en-US" dirty="0" smtClean="0"/>
              <a:t>CDFS</a:t>
            </a:r>
          </a:p>
          <a:p>
            <a:pPr lvl="1"/>
            <a:r>
              <a:rPr lang="en-US" dirty="0" smtClean="0"/>
              <a:t>Compact Disk filing system</a:t>
            </a:r>
          </a:p>
          <a:p>
            <a:pPr lvl="1"/>
            <a:r>
              <a:rPr lang="en-US" dirty="0" smtClean="0"/>
              <a:t>Used with Linux</a:t>
            </a:r>
          </a:p>
          <a:p>
            <a:r>
              <a:rPr lang="en-AU" dirty="0" smtClean="0"/>
              <a:t>Hierarchical File System (HFS)</a:t>
            </a:r>
          </a:p>
          <a:p>
            <a:pPr lvl="1"/>
            <a:r>
              <a:rPr lang="en-AU" dirty="0" smtClean="0"/>
              <a:t>Developed by Apple Inc. for </a:t>
            </a:r>
            <a:r>
              <a:rPr lang="en-US" dirty="0" smtClean="0"/>
              <a:t> Mac OS</a:t>
            </a:r>
          </a:p>
          <a:p>
            <a:r>
              <a:rPr lang="en-AU" dirty="0" smtClean="0"/>
              <a:t>HFS Plus </a:t>
            </a:r>
          </a:p>
          <a:p>
            <a:pPr lvl="1"/>
            <a:r>
              <a:rPr lang="en-AU" dirty="0" smtClean="0"/>
              <a:t>Apple Inc. to replace Hierarchical File System (HFS)</a:t>
            </a:r>
          </a:p>
          <a:p>
            <a:pPr lvl="1"/>
            <a:r>
              <a:rPr lang="en-AU" dirty="0" smtClean="0"/>
              <a:t>Used in Macintosh</a:t>
            </a:r>
            <a:endParaRPr lang="en-US" dirty="0" smtClean="0"/>
          </a:p>
          <a:p>
            <a:r>
              <a:rPr lang="en-AU" dirty="0" smtClean="0"/>
              <a:t>UNIX file system (UFS)</a:t>
            </a:r>
          </a:p>
          <a:p>
            <a:pPr lvl="1"/>
            <a:r>
              <a:rPr lang="en-AU" dirty="0" smtClean="0"/>
              <a:t>Unix and Unix-like operating systems</a:t>
            </a:r>
            <a:endParaRPr lang="en-US" dirty="0" smtClean="0"/>
          </a:p>
          <a:p>
            <a:endParaRPr lang="en-US" dirty="0" smtClean="0"/>
          </a:p>
          <a:p>
            <a:pPr lvl="2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dirty="0" smtClean="0"/>
              <a:t>File Systems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371600" y="2133599"/>
          <a:ext cx="6324600" cy="2489400"/>
        </p:xfrm>
        <a:graphic>
          <a:graphicData uri="http://schemas.openxmlformats.org/drawingml/2006/table">
            <a:tbl>
              <a:tblPr/>
              <a:tblGrid>
                <a:gridCol w="3230411"/>
                <a:gridCol w="3094189"/>
              </a:tblGrid>
              <a:tr h="497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 smtClean="0">
                          <a:latin typeface="Calibri"/>
                          <a:ea typeface="Times New Roman"/>
                          <a:cs typeface="Times New Roman"/>
                        </a:rPr>
                        <a:t>Operating System</a:t>
                      </a:r>
                      <a:endParaRPr lang="en-US" sz="2400" b="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 smtClean="0">
                          <a:latin typeface="Calibri"/>
                          <a:ea typeface="Times New Roman"/>
                          <a:cs typeface="Times New Roman"/>
                        </a:rPr>
                        <a:t>File System</a:t>
                      </a:r>
                      <a:endParaRPr lang="en-US" sz="2400" b="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</a:tr>
              <a:tr h="497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17365D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Windows 2000/XP/ Server 2003</a:t>
                      </a:r>
                      <a:endParaRPr lang="en-US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17365D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FAT12, FAT16, FAT32 &amp; NTFS</a:t>
                      </a:r>
                      <a:endParaRPr lang="en-US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97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17365D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Windows NT 4.0</a:t>
                      </a:r>
                      <a:endParaRPr lang="en-US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17365D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FAT12, FAT16, &amp; NTFS </a:t>
                      </a:r>
                      <a:endParaRPr lang="en-US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97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17365D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Windows 95 SR2/98/ 98SE/Me </a:t>
                      </a:r>
                      <a:endParaRPr lang="en-US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17365D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FAT12, FAT16 and FAT32</a:t>
                      </a:r>
                      <a:endParaRPr lang="en-US" sz="1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4978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17365D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Windows 95 </a:t>
                      </a:r>
                      <a:endParaRPr lang="en-US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17365D"/>
                          </a:solidFill>
                          <a:latin typeface="Calibri"/>
                          <a:ea typeface="Times New Roman"/>
                          <a:cs typeface="Times New Roman"/>
                        </a:rPr>
                        <a:t>FAT12 &amp; FAT16</a:t>
                      </a:r>
                      <a:endParaRPr lang="en-US" sz="1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Systems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Formatting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Preparing a storage device for initial use</a:t>
            </a:r>
          </a:p>
          <a:p>
            <a:r>
              <a:rPr lang="en-US" dirty="0" smtClean="0"/>
              <a:t>Formatting process include three steps</a:t>
            </a:r>
          </a:p>
          <a:p>
            <a:pPr lvl="1"/>
            <a:r>
              <a:rPr lang="en-US" dirty="0" smtClean="0"/>
              <a:t>Low-level formatting</a:t>
            </a:r>
          </a:p>
          <a:p>
            <a:pPr lvl="1"/>
            <a:r>
              <a:rPr lang="en-US" dirty="0" smtClean="0"/>
              <a:t>Partitioning</a:t>
            </a:r>
          </a:p>
          <a:p>
            <a:pPr lvl="1"/>
            <a:r>
              <a:rPr lang="en-US" dirty="0" smtClean="0"/>
              <a:t>High-level formatting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Low Level Formatting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Basic storage device preparation for data storing</a:t>
            </a:r>
          </a:p>
          <a:p>
            <a:r>
              <a:rPr lang="en-US" dirty="0" smtClean="0"/>
              <a:t>Lays the permanent foundation of the disk </a:t>
            </a:r>
          </a:p>
          <a:p>
            <a:r>
              <a:rPr lang="en-US" dirty="0" smtClean="0"/>
              <a:t>Completed at the factory by manufactures</a:t>
            </a:r>
          </a:p>
          <a:p>
            <a:r>
              <a:rPr lang="en-US" dirty="0" smtClean="0"/>
              <a:t>Create tracks and sectors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Disk Partitioning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Creation of one or more regions on a hard </a:t>
            </a:r>
            <a:r>
              <a:rPr lang="en-US" b="1" dirty="0" smtClean="0"/>
              <a:t>disk</a:t>
            </a:r>
            <a:r>
              <a:rPr lang="en-US" dirty="0" smtClean="0"/>
              <a:t> or other secondary storage</a:t>
            </a:r>
          </a:p>
          <a:p>
            <a:r>
              <a:rPr lang="en-US" dirty="0" smtClean="0"/>
              <a:t>Operating system can manage information in each region separately.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Disk Partitioning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724399"/>
          </a:xfrm>
        </p:spPr>
        <p:txBody>
          <a:bodyPr>
            <a:normAutofit/>
          </a:bodyPr>
          <a:lstStyle/>
          <a:p>
            <a:r>
              <a:rPr lang="en-US" dirty="0" smtClean="0"/>
              <a:t>Partition - Also called a volume</a:t>
            </a:r>
          </a:p>
          <a:p>
            <a:r>
              <a:rPr lang="en-US" dirty="0" smtClean="0"/>
              <a:t>An area on a hard disk that can be formatted with a file system and identified with a letter of the alphabet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4079139"/>
            <a:ext cx="8991600" cy="2778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Disk Partitioning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724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In Windows 7, the first three partitions you create are </a:t>
            </a:r>
            <a:r>
              <a:rPr lang="en-US" b="1" dirty="0" smtClean="0"/>
              <a:t>primary</a:t>
            </a:r>
            <a:r>
              <a:rPr lang="en-US" dirty="0" smtClean="0"/>
              <a:t> partitions</a:t>
            </a:r>
          </a:p>
          <a:p>
            <a:pPr lvl="1"/>
            <a:r>
              <a:rPr lang="en-US" b="1" dirty="0" smtClean="0"/>
              <a:t>Primary</a:t>
            </a:r>
            <a:r>
              <a:rPr lang="en-US" dirty="0" smtClean="0"/>
              <a:t> partitions can be used to start an operating system</a:t>
            </a:r>
          </a:p>
          <a:p>
            <a:r>
              <a:rPr lang="en-US" dirty="0" smtClean="0"/>
              <a:t>If you want to create more than three partitions, the fourth partition is created as an extended partition</a:t>
            </a:r>
          </a:p>
          <a:p>
            <a:r>
              <a:rPr lang="en-US" b="1" dirty="0" smtClean="0"/>
              <a:t>Logical </a:t>
            </a:r>
            <a:r>
              <a:rPr lang="en-US" dirty="0" smtClean="0"/>
              <a:t>partitions  or logical drives </a:t>
            </a:r>
          </a:p>
          <a:p>
            <a:pPr lvl="1"/>
            <a:r>
              <a:rPr lang="en-US" dirty="0" smtClean="0"/>
              <a:t>Created in extended partition</a:t>
            </a:r>
          </a:p>
          <a:p>
            <a:pPr lvl="1"/>
            <a:r>
              <a:rPr lang="en-US" dirty="0" smtClean="0"/>
              <a:t> Function like primary partitions except that they cannot be used to start an operating system 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Create New Partition on a Windows 7</a:t>
            </a:r>
            <a:br>
              <a:rPr lang="en-US" dirty="0" smtClean="0"/>
            </a:br>
            <a:r>
              <a:rPr lang="en-US" dirty="0" smtClean="0"/>
              <a:t> Hard Disk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0"/>
            <a:ext cx="8229600" cy="3840163"/>
          </a:xfrm>
        </p:spPr>
        <p:txBody>
          <a:bodyPr/>
          <a:lstStyle/>
          <a:p>
            <a:r>
              <a:rPr lang="en-US" dirty="0" smtClean="0"/>
              <a:t>Use Windows 7 Disk Management tool</a:t>
            </a:r>
          </a:p>
          <a:p>
            <a:r>
              <a:rPr lang="en-US" dirty="0" smtClean="0"/>
              <a:t>Typing </a:t>
            </a:r>
            <a:r>
              <a:rPr lang="en-US" b="1" dirty="0" smtClean="0"/>
              <a:t>diskmgmt.msc</a:t>
            </a:r>
            <a:r>
              <a:rPr lang="en-US" dirty="0" smtClean="0"/>
              <a:t> at </a:t>
            </a:r>
            <a:r>
              <a:rPr lang="en-US" dirty="0" smtClean="0">
                <a:solidFill>
                  <a:srgbClr val="FF0000"/>
                </a:solidFill>
              </a:rPr>
              <a:t>search</a:t>
            </a:r>
            <a:r>
              <a:rPr lang="en-US" dirty="0" smtClean="0"/>
              <a:t> or </a:t>
            </a:r>
            <a:r>
              <a:rPr lang="en-US" dirty="0" smtClean="0">
                <a:solidFill>
                  <a:srgbClr val="FF0000"/>
                </a:solidFill>
              </a:rPr>
              <a:t>run</a:t>
            </a:r>
          </a:p>
          <a:p>
            <a:r>
              <a:rPr lang="en-US" dirty="0" smtClean="0"/>
              <a:t>Control Panel, Administrative Tools, Computer Management, Disk Management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Windows 7 Partitions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9796" y="2057400"/>
            <a:ext cx="8944204" cy="2259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 Level Formatting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Setting up an empty file allocation table</a:t>
            </a:r>
          </a:p>
          <a:p>
            <a:pPr lvl="1"/>
            <a:r>
              <a:rPr lang="en-US" dirty="0" smtClean="0"/>
              <a:t>FAT,NTFS,CDFS</a:t>
            </a:r>
          </a:p>
          <a:p>
            <a:r>
              <a:rPr lang="en-US" dirty="0" smtClean="0"/>
              <a:t>Done by system administrators</a:t>
            </a:r>
          </a:p>
          <a:p>
            <a:r>
              <a:rPr lang="en-US" dirty="0" smtClean="0"/>
              <a:t>Before OS installation</a:t>
            </a:r>
          </a:p>
          <a:p>
            <a:r>
              <a:rPr lang="en-US" dirty="0" smtClean="0"/>
              <a:t>Performs on logical drive</a:t>
            </a:r>
          </a:p>
          <a:p>
            <a:r>
              <a:rPr lang="en-US" dirty="0" smtClean="0"/>
              <a:t>Specify cluster size</a:t>
            </a:r>
          </a:p>
          <a:p>
            <a:r>
              <a:rPr lang="en-US" dirty="0" smtClean="0"/>
              <a:t>Useful In a virus infection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Data on disk are not fully destroyed during high-level formatting</a:t>
            </a:r>
          </a:p>
          <a:p>
            <a:r>
              <a:rPr lang="en-US" dirty="0" smtClean="0"/>
              <a:t>Instead of an empty file system is stored</a:t>
            </a:r>
          </a:p>
          <a:p>
            <a:r>
              <a:rPr lang="en-US" dirty="0" smtClean="0"/>
              <a:t>Area on the disk containing the data is marked as available</a:t>
            </a:r>
          </a:p>
          <a:p>
            <a:r>
              <a:rPr lang="en-US" dirty="0" smtClean="0"/>
              <a:t>Some old data may be overwritten by new data and </a:t>
            </a:r>
            <a:r>
              <a:rPr lang="en-US" smtClean="0"/>
              <a:t>File Allocation Table</a:t>
            </a:r>
            <a:endParaRPr lang="en-US" dirty="0" smtClean="0"/>
          </a:p>
          <a:p>
            <a:r>
              <a:rPr lang="en-US" dirty="0" smtClean="0"/>
              <a:t>But most of them may be able to recover by recovery tools.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 Level Formatting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Room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Discuss the defenses between low level formatting and high level formatting </a:t>
            </a:r>
          </a:p>
          <a:p>
            <a:r>
              <a:rPr lang="en-US" dirty="0" smtClean="0"/>
              <a:t>Discuss the defenses between FAT32 and NTFS file systems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1548</TotalTime>
  <Words>503</Words>
  <Application>Microsoft Office PowerPoint</Application>
  <PresentationFormat>On-screen Show (4:3)</PresentationFormat>
  <Paragraphs>117</Paragraphs>
  <Slides>20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HNDIT</vt:lpstr>
      <vt:lpstr>IT1102  Computer Hardware</vt:lpstr>
      <vt:lpstr>Hard disk</vt:lpstr>
      <vt:lpstr>Internal Structure of a Hard Disk</vt:lpstr>
      <vt:lpstr>Slide 4</vt:lpstr>
      <vt:lpstr>Internal Structure of a Hard Disk</vt:lpstr>
      <vt:lpstr>File System</vt:lpstr>
      <vt:lpstr>File Systems</vt:lpstr>
      <vt:lpstr>File Systems</vt:lpstr>
      <vt:lpstr>File Systems</vt:lpstr>
      <vt:lpstr>File Systems</vt:lpstr>
      <vt:lpstr>Formatting</vt:lpstr>
      <vt:lpstr>Low Level Formatting</vt:lpstr>
      <vt:lpstr>Disk Partitioning</vt:lpstr>
      <vt:lpstr>Disk Partitioning</vt:lpstr>
      <vt:lpstr>Disk Partitioning</vt:lpstr>
      <vt:lpstr>Create New Partition on a Windows 7  Hard Disk</vt:lpstr>
      <vt:lpstr>Types of Windows 7 Partitions</vt:lpstr>
      <vt:lpstr>High Level Formatting</vt:lpstr>
      <vt:lpstr>High Level Formatting</vt:lpstr>
      <vt:lpstr>Class Room Activities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Janaka</dc:creator>
  <cp:lastModifiedBy>Janaka</cp:lastModifiedBy>
  <cp:revision>218</cp:revision>
  <dcterms:created xsi:type="dcterms:W3CDTF">2016-04-01T06:09:59Z</dcterms:created>
  <dcterms:modified xsi:type="dcterms:W3CDTF">2016-04-10T16:58:51Z</dcterms:modified>
</cp:coreProperties>
</file>