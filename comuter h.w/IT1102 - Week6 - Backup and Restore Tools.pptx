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handoutMasterIdLst>
    <p:handoutMasterId r:id="rId12"/>
  </p:handoutMasterIdLst>
  <p:sldIdLst>
    <p:sldId id="256" r:id="rId2"/>
    <p:sldId id="257" r:id="rId3"/>
    <p:sldId id="258" r:id="rId4"/>
    <p:sldId id="259" r:id="rId5"/>
    <p:sldId id="264" r:id="rId6"/>
    <p:sldId id="260" r:id="rId7"/>
    <p:sldId id="262" r:id="rId8"/>
    <p:sldId id="261" r:id="rId9"/>
    <p:sldId id="263" r:id="rId10"/>
  </p:sldIdLst>
  <p:sldSz cx="9144000" cy="6858000" type="screen4x3"/>
  <p:notesSz cx="6735763" cy="98663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handoutView">
  <p:normalViewPr showOutlineIcons="0">
    <p:restoredLeft sz="15620"/>
    <p:restoredTop sz="94660"/>
  </p:normalViewPr>
  <p:slideViewPr>
    <p:cSldViewPr>
      <p:cViewPr varScale="1">
        <p:scale>
          <a:sx n="68" d="100"/>
          <a:sy n="68" d="100"/>
        </p:scale>
        <p:origin x="-1434" y="-96"/>
      </p:cViewPr>
      <p:guideLst>
        <p:guide orient="horz" pos="2160"/>
        <p:guide pos="2880"/>
      </p:guideLst>
    </p:cSldViewPr>
  </p:slideViewPr>
  <p:notesTextViewPr>
    <p:cViewPr>
      <p:scale>
        <a:sx n="1" d="1"/>
        <a:sy n="1" d="1"/>
      </p:scale>
      <p:origin x="0" y="0"/>
    </p:cViewPr>
  </p:notesTextViewPr>
  <p:notesViewPr>
    <p:cSldViewPr>
      <p:cViewPr varScale="1">
        <p:scale>
          <a:sx n="51" d="100"/>
          <a:sy n="51" d="100"/>
        </p:scale>
        <p:origin x="-3006" y="-108"/>
      </p:cViewPr>
      <p:guideLst>
        <p:guide orient="horz" pos="3108"/>
        <p:guide pos="2122"/>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lang="en-US"/>
          </a:p>
        </p:txBody>
      </p:sp>
      <p:sp>
        <p:nvSpPr>
          <p:cNvPr id="5" name="Slide Number Placeholder 4"/>
          <p:cNvSpPr>
            <a:spLocks noGrp="1"/>
          </p:cNvSpPr>
          <p:nvPr>
            <p:ph type="sldNum" sz="quarter" idx="3"/>
          </p:nvPr>
        </p:nvSpPr>
        <p:spPr>
          <a:xfrm>
            <a:off x="3815373" y="9371285"/>
            <a:ext cx="2918831" cy="493316"/>
          </a:xfrm>
          <a:prstGeom prst="rect">
            <a:avLst/>
          </a:prstGeom>
        </p:spPr>
        <p:txBody>
          <a:bodyPr vert="horz" lIns="91440" tIns="45720" rIns="91440" bIns="45720" rtlCol="0" anchor="b"/>
          <a:lstStyle>
            <a:lvl1pPr algn="r">
              <a:defRPr sz="1200"/>
            </a:lvl1pPr>
          </a:lstStyle>
          <a:p>
            <a:fld id="{23D98BB5-A5DF-4454-9ABC-93ADC18BCBD5}"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831" cy="49331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15373" y="0"/>
            <a:ext cx="2918831" cy="493316"/>
          </a:xfrm>
          <a:prstGeom prst="rect">
            <a:avLst/>
          </a:prstGeom>
        </p:spPr>
        <p:txBody>
          <a:bodyPr vert="horz" lIns="91440" tIns="45720" rIns="91440" bIns="45720" rtlCol="0"/>
          <a:lstStyle>
            <a:lvl1pPr algn="r">
              <a:defRPr sz="1200"/>
            </a:lvl1pPr>
          </a:lstStyle>
          <a:p>
            <a:endParaRPr lang="en-US" dirty="0"/>
          </a:p>
        </p:txBody>
      </p:sp>
      <p:sp>
        <p:nvSpPr>
          <p:cNvPr id="4" name="Slide Image Placeholder 3"/>
          <p:cNvSpPr>
            <a:spLocks noGrp="1" noRot="1" noChangeAspect="1"/>
          </p:cNvSpPr>
          <p:nvPr>
            <p:ph type="sldImg" idx="2"/>
          </p:nvPr>
        </p:nvSpPr>
        <p:spPr>
          <a:xfrm>
            <a:off x="901700" y="739775"/>
            <a:ext cx="4932363" cy="3700463"/>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3577" y="4686499"/>
            <a:ext cx="5388610" cy="443984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5"/>
          </p:nvPr>
        </p:nvSpPr>
        <p:spPr>
          <a:xfrm>
            <a:off x="3815373" y="9371285"/>
            <a:ext cx="2918831" cy="493316"/>
          </a:xfrm>
          <a:prstGeom prst="rect">
            <a:avLst/>
          </a:prstGeom>
        </p:spPr>
        <p:txBody>
          <a:bodyPr vert="horz" lIns="91440" tIns="45720" rIns="91440" bIns="45720" rtlCol="0" anchor="b"/>
          <a:lstStyle>
            <a:lvl1pPr algn="r">
              <a:defRPr sz="1200"/>
            </a:lvl1pPr>
          </a:lstStyle>
          <a:p>
            <a:fld id="{678EC25E-3E72-4910-A92E-65F3C621F4D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678EC25E-3E72-4910-A92E-65F3C621F4D4}"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pic>
        <p:nvPicPr>
          <p:cNvPr id="1027" name="Picture 3" descr="C:\Users\Dell PC\Desktop\mainpage.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Subtitle 2"/>
          <p:cNvSpPr>
            <a:spLocks noGrp="1"/>
          </p:cNvSpPr>
          <p:nvPr>
            <p:ph type="subTitle" idx="1" hasCustomPrompt="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Week- 01 - Introduction to computer System and its classifications</a:t>
            </a:r>
            <a:endParaRPr lang="en-US" dirty="0"/>
          </a:p>
        </p:txBody>
      </p:sp>
      <p:sp>
        <p:nvSpPr>
          <p:cNvPr id="2" name="Title 1"/>
          <p:cNvSpPr>
            <a:spLocks noGrp="1"/>
          </p:cNvSpPr>
          <p:nvPr>
            <p:ph type="ctrTitle" hasCustomPrompt="1"/>
          </p:nvPr>
        </p:nvSpPr>
        <p:spPr>
          <a:xfrm>
            <a:off x="228600" y="2247901"/>
            <a:ext cx="3886200" cy="1981199"/>
          </a:xfrm>
        </p:spPr>
        <p:txBody>
          <a:bodyPr/>
          <a:lstStyle>
            <a:lvl1pPr>
              <a:defRPr/>
            </a:lvl1pPr>
          </a:lstStyle>
          <a:p>
            <a:r>
              <a:rPr lang="en-US" dirty="0" smtClean="0"/>
              <a:t>IT1102 Computer Hardware</a:t>
            </a:r>
            <a:endParaRPr lang="en-US" dirty="0"/>
          </a:p>
        </p:txBody>
      </p:sp>
    </p:spTree>
    <p:extLst>
      <p:ext uri="{BB962C8B-B14F-4D97-AF65-F5344CB8AC3E}">
        <p14:creationId xmlns:p14="http://schemas.microsoft.com/office/powerpoint/2010/main" xmlns=""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pic>
        <p:nvPicPr>
          <p:cNvPr id="1026" name="Picture 2" descr="C:\Users\Dell PC\Desktop\template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r>
              <a:rPr lang="en-US" smtClean="0"/>
              <a:t>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205F43-80E2-4640-A934-E79BFFCB5CAF}" type="slidenum">
              <a:rPr lang="en-US" smtClean="0"/>
              <a:pPr/>
              <a:t>‹#›</a:t>
            </a:fld>
            <a:endParaRPr lang="en-US"/>
          </a:p>
        </p:txBody>
      </p:sp>
    </p:spTree>
    <p:extLst>
      <p:ext uri="{BB962C8B-B14F-4D97-AF65-F5344CB8AC3E}">
        <p14:creationId xmlns:p14="http://schemas.microsoft.com/office/powerpoint/2010/main" xmlns="" val="22861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205F43-80E2-4640-A934-E79BFFCB5CAF}" type="slidenum">
              <a:rPr lang="en-US" smtClean="0"/>
              <a:pPr/>
              <a:t>‹#›</a:t>
            </a:fld>
            <a:endParaRPr lang="en-US"/>
          </a:p>
        </p:txBody>
      </p:sp>
      <p:pic>
        <p:nvPicPr>
          <p:cNvPr id="8" name="Picture 2" descr="C:\Users\Dell PC\Desktop\template2.jpg"/>
          <p:cNvPicPr>
            <a:picLocks noChangeAspect="1" noChangeArrowheads="1"/>
          </p:cNvPicPr>
          <p:nvPr/>
        </p:nvPicPr>
        <p:blipFill>
          <a:blip r:embed="rId13" cstate="print">
            <a:extLst>
              <a:ext uri="{28A0092B-C50C-407E-A947-70E740481C1C}">
                <a14:useLocalDpi xmlns:a14="http://schemas.microsoft.com/office/drawing/2010/main" xmlns=""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8203840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5431" y="4800600"/>
            <a:ext cx="8696169" cy="1143000"/>
          </a:xfrm>
        </p:spPr>
        <p:txBody>
          <a:bodyPr>
            <a:normAutofit lnSpcReduction="10000"/>
          </a:bodyPr>
          <a:lstStyle/>
          <a:p>
            <a:r>
              <a:rPr lang="en-US" dirty="0" smtClean="0"/>
              <a:t>Week 6 </a:t>
            </a:r>
          </a:p>
          <a:p>
            <a:r>
              <a:rPr lang="en-US" dirty="0" smtClean="0"/>
              <a:t>Backup and Restore Tools </a:t>
            </a:r>
          </a:p>
          <a:p>
            <a:endParaRPr lang="en-US" dirty="0" smtClean="0"/>
          </a:p>
          <a:p>
            <a:endParaRPr lang="en-US" dirty="0" smtClean="0"/>
          </a:p>
        </p:txBody>
      </p:sp>
      <p:sp>
        <p:nvSpPr>
          <p:cNvPr id="2" name="Title 1"/>
          <p:cNvSpPr>
            <a:spLocks noGrp="1"/>
          </p:cNvSpPr>
          <p:nvPr>
            <p:ph type="ctrTitle"/>
          </p:nvPr>
        </p:nvSpPr>
        <p:spPr/>
        <p:txBody>
          <a:bodyPr>
            <a:normAutofit fontScale="90000"/>
          </a:bodyPr>
          <a:lstStyle/>
          <a:p>
            <a:r>
              <a:rPr lang="en-US" dirty="0" smtClean="0"/>
              <a:t>IT1102 </a:t>
            </a:r>
            <a:br>
              <a:rPr lang="en-US" dirty="0" smtClean="0"/>
            </a:br>
            <a:r>
              <a:rPr lang="en-US" dirty="0" smtClean="0"/>
              <a:t>Computer Hardware</a:t>
            </a:r>
            <a:endParaRPr lang="en-US" dirty="0"/>
          </a:p>
        </p:txBody>
      </p:sp>
    </p:spTree>
    <p:extLst>
      <p:ext uri="{BB962C8B-B14F-4D97-AF65-F5344CB8AC3E}">
        <p14:creationId xmlns:p14="http://schemas.microsoft.com/office/powerpoint/2010/main" xmlns="" val="357841165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Backups</a:t>
            </a:r>
            <a:endParaRPr lang="en-US" dirty="0"/>
          </a:p>
        </p:txBody>
      </p:sp>
      <p:sp>
        <p:nvSpPr>
          <p:cNvPr id="3" name="Content Placeholder 2"/>
          <p:cNvSpPr>
            <a:spLocks noGrp="1"/>
          </p:cNvSpPr>
          <p:nvPr>
            <p:ph idx="1"/>
          </p:nvPr>
        </p:nvSpPr>
        <p:spPr/>
        <p:txBody>
          <a:bodyPr/>
          <a:lstStyle/>
          <a:p>
            <a:r>
              <a:rPr lang="en-US" dirty="0" smtClean="0"/>
              <a:t>Backups help ensure that your files aren't permanently lost or damaged.</a:t>
            </a:r>
          </a:p>
          <a:p>
            <a:r>
              <a:rPr lang="en-US" dirty="0" smtClean="0"/>
              <a:t>With automatic backups, user don't have to remember to back up files</a:t>
            </a:r>
          </a:p>
          <a:p>
            <a:r>
              <a:rPr lang="en-US" dirty="0" smtClean="0"/>
              <a:t>You can change your automatic backup settings (such as how often you back up, the type of storage you use, or the types of files you back up) whenever you want.</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Backups</a:t>
            </a:r>
            <a:endParaRPr lang="en-US" dirty="0"/>
          </a:p>
        </p:txBody>
      </p:sp>
      <p:sp>
        <p:nvSpPr>
          <p:cNvPr id="3" name="Content Placeholder 2"/>
          <p:cNvSpPr>
            <a:spLocks noGrp="1"/>
          </p:cNvSpPr>
          <p:nvPr>
            <p:ph idx="1"/>
          </p:nvPr>
        </p:nvSpPr>
        <p:spPr/>
        <p:txBody>
          <a:bodyPr/>
          <a:lstStyle/>
          <a:p>
            <a:r>
              <a:rPr lang="en-US" dirty="0" smtClean="0"/>
              <a:t>Start button</a:t>
            </a:r>
          </a:p>
          <a:p>
            <a:r>
              <a:rPr lang="en-US" dirty="0" smtClean="0"/>
              <a:t>Control Panel</a:t>
            </a:r>
          </a:p>
          <a:p>
            <a:r>
              <a:rPr lang="en-US" dirty="0" smtClean="0"/>
              <a:t>System and Maintenance</a:t>
            </a:r>
          </a:p>
          <a:p>
            <a:r>
              <a:rPr lang="en-US" dirty="0" smtClean="0"/>
              <a:t>Backup and Restore.</a:t>
            </a:r>
          </a:p>
          <a:p>
            <a:r>
              <a:rPr lang="en-US" dirty="0" smtClean="0"/>
              <a:t>Click Set up backup</a:t>
            </a:r>
          </a:p>
          <a:p>
            <a:r>
              <a:rPr lang="en-US" dirty="0" smtClean="0"/>
              <a:t>Follow the steps in the wizard</a:t>
            </a:r>
          </a:p>
          <a:p>
            <a:r>
              <a:rPr lang="en-US" dirty="0" smtClean="0"/>
              <a:t>Administrator permission required</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Backups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If it's time for your regularly scheduled backup and your computer is off, sleeping, or hibernating, Windows Backup skips the backup and waits for your next scheduled backup.</a:t>
            </a:r>
          </a:p>
          <a:p>
            <a:endParaRPr lang="en-US" dirty="0" smtClean="0"/>
          </a:p>
          <a:p>
            <a:r>
              <a:rPr lang="en-US" dirty="0" smtClean="0"/>
              <a:t>If the backup destination isn't available when Windows Backup tries to create your backup, you get an error message. You can either change the backup destination, retry the backup, or wait for your next scheduled backup.</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Backups</a:t>
            </a:r>
            <a:endParaRPr lang="en-US" dirty="0"/>
          </a:p>
        </p:txBody>
      </p:sp>
      <p:sp>
        <p:nvSpPr>
          <p:cNvPr id="3" name="Content Placeholder 2"/>
          <p:cNvSpPr>
            <a:spLocks noGrp="1"/>
          </p:cNvSpPr>
          <p:nvPr>
            <p:ph idx="1"/>
          </p:nvPr>
        </p:nvSpPr>
        <p:spPr>
          <a:xfrm>
            <a:off x="457200" y="1600200"/>
            <a:ext cx="8229600" cy="4525963"/>
          </a:xfrm>
        </p:spPr>
        <p:txBody>
          <a:bodyPr/>
          <a:lstStyle/>
          <a:p>
            <a:r>
              <a:rPr lang="en-US" dirty="0" smtClean="0"/>
              <a:t>Daily backups after the work of each day is best backup plan for Windows</a:t>
            </a:r>
            <a:endParaRPr lang="en-US" dirty="0"/>
          </a:p>
        </p:txBody>
      </p:sp>
      <p:pic>
        <p:nvPicPr>
          <p:cNvPr id="2050" name="Picture 2" descr="http://www.howtogeek.com/wp-content/uploads/2009/06/645x431xSetBackup.png.pagespeed.gp+jp+jw+pj+js+rj+rp+rw+ri+cp+md.ic.Xuzla9j7_o.png"/>
          <p:cNvPicPr>
            <a:picLocks noChangeAspect="1" noChangeArrowheads="1"/>
          </p:cNvPicPr>
          <p:nvPr/>
        </p:nvPicPr>
        <p:blipFill>
          <a:blip r:embed="rId2" cstate="print"/>
          <a:srcRect/>
          <a:stretch>
            <a:fillRect/>
          </a:stretch>
        </p:blipFill>
        <p:spPr bwMode="auto">
          <a:xfrm>
            <a:off x="3000375" y="2752725"/>
            <a:ext cx="6143625" cy="4105275"/>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dirty="0" smtClean="0"/>
              <a:t>Restore point</a:t>
            </a:r>
            <a:endParaRPr lang="en-US" dirty="0"/>
          </a:p>
        </p:txBody>
      </p:sp>
      <p:sp>
        <p:nvSpPr>
          <p:cNvPr id="3" name="Content Placeholder 2"/>
          <p:cNvSpPr>
            <a:spLocks noGrp="1"/>
          </p:cNvSpPr>
          <p:nvPr>
            <p:ph idx="1"/>
          </p:nvPr>
        </p:nvSpPr>
        <p:spPr>
          <a:xfrm>
            <a:off x="457200" y="1219200"/>
            <a:ext cx="8229600" cy="4906963"/>
          </a:xfrm>
        </p:spPr>
        <p:txBody>
          <a:bodyPr>
            <a:normAutofit fontScale="92500"/>
          </a:bodyPr>
          <a:lstStyle/>
          <a:p>
            <a:r>
              <a:rPr lang="en-US" dirty="0" smtClean="0"/>
              <a:t>A restore point is a saved "snapshot" of a computer's data at a specific time.</a:t>
            </a:r>
          </a:p>
          <a:p>
            <a:r>
              <a:rPr lang="en-US" dirty="0" smtClean="0"/>
              <a:t>When a restore point is established, your computer creates a backup copy of all data at that particular time</a:t>
            </a:r>
          </a:p>
          <a:p>
            <a:r>
              <a:rPr lang="en-US" dirty="0" smtClean="0"/>
              <a:t>By creating a restore point, user can save the state of the operating system and user own data so that if future changes cause a problem, user can restore the system and user data to the way it was before the changes were made.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Restore point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Open System by clicking the Start button </a:t>
            </a:r>
          </a:p>
          <a:p>
            <a:r>
              <a:rPr lang="en-US" dirty="0" smtClean="0"/>
              <a:t>Right-clicking Computer, and then clicking Properties.</a:t>
            </a:r>
          </a:p>
          <a:p>
            <a:r>
              <a:rPr lang="en-US" dirty="0" smtClean="0"/>
              <a:t>In the left pane, click System protection.  Administrator permission required</a:t>
            </a:r>
          </a:p>
          <a:p>
            <a:r>
              <a:rPr lang="en-US" dirty="0" smtClean="0"/>
              <a:t>Click the System Protection tab, and then click Create.</a:t>
            </a:r>
          </a:p>
          <a:p>
            <a:r>
              <a:rPr lang="en-US" dirty="0" smtClean="0"/>
              <a:t>In the System Protection dialog box, type a description, and then click Create.</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Creating Restore point</a:t>
            </a:r>
            <a:endParaRPr lang="en-US" dirty="0"/>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cstate="print"/>
          <a:srcRect/>
          <a:stretch>
            <a:fillRect/>
          </a:stretch>
        </p:blipFill>
        <p:spPr bwMode="auto">
          <a:xfrm>
            <a:off x="2777843" y="1676400"/>
            <a:ext cx="6366157" cy="51816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Restore from backup</a:t>
            </a:r>
            <a:endParaRPr lang="en-US" dirty="0"/>
          </a:p>
        </p:txBody>
      </p:sp>
      <p:sp>
        <p:nvSpPr>
          <p:cNvPr id="3" name="Content Placeholder 2"/>
          <p:cNvSpPr>
            <a:spLocks noGrp="1"/>
          </p:cNvSpPr>
          <p:nvPr>
            <p:ph idx="1"/>
          </p:nvPr>
        </p:nvSpPr>
        <p:spPr/>
        <p:txBody>
          <a:bodyPr>
            <a:normAutofit lnSpcReduction="10000"/>
          </a:bodyPr>
          <a:lstStyle/>
          <a:p>
            <a:r>
              <a:rPr lang="en-US" dirty="0" smtClean="0"/>
              <a:t>Open Backup and Restore by clicking the Start button</a:t>
            </a:r>
          </a:p>
          <a:p>
            <a:r>
              <a:rPr lang="en-US" dirty="0" smtClean="0"/>
              <a:t>Control Panel</a:t>
            </a:r>
          </a:p>
          <a:p>
            <a:r>
              <a:rPr lang="en-US" dirty="0" smtClean="0"/>
              <a:t>System and Maintenance</a:t>
            </a:r>
          </a:p>
          <a:p>
            <a:r>
              <a:rPr lang="en-US" dirty="0" smtClean="0"/>
              <a:t>Backup and Restore</a:t>
            </a:r>
          </a:p>
          <a:p>
            <a:r>
              <a:rPr lang="en-US" dirty="0" smtClean="0"/>
              <a:t>Restore my files / Restore all users</a:t>
            </a:r>
          </a:p>
          <a:p>
            <a:r>
              <a:rPr lang="en-US" dirty="0" smtClean="0"/>
              <a:t>To browse the backup, click Browse for files or Browse for folders.</a:t>
            </a:r>
            <a:endParaRPr lang="en-US" dirty="0"/>
          </a:p>
        </p:txBody>
      </p:sp>
    </p:spTree>
  </p:cSld>
  <p:clrMapOvr>
    <a:masterClrMapping/>
  </p:clrMapOvr>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1446</TotalTime>
  <Words>372</Words>
  <Application>Microsoft Office PowerPoint</Application>
  <PresentationFormat>On-screen Show (4:3)</PresentationFormat>
  <Paragraphs>40</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HNDIT</vt:lpstr>
      <vt:lpstr>IT1102  Computer Hardware</vt:lpstr>
      <vt:lpstr>Backups</vt:lpstr>
      <vt:lpstr>Backups</vt:lpstr>
      <vt:lpstr>Backups</vt:lpstr>
      <vt:lpstr>Backups</vt:lpstr>
      <vt:lpstr>Restore point</vt:lpstr>
      <vt:lpstr>Creating Restore point</vt:lpstr>
      <vt:lpstr>Creating Restore point</vt:lpstr>
      <vt:lpstr>Restore from backup</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Janaka</dc:creator>
  <cp:lastModifiedBy>aasik</cp:lastModifiedBy>
  <cp:revision>219</cp:revision>
  <dcterms:created xsi:type="dcterms:W3CDTF">2016-04-01T06:09:59Z</dcterms:created>
  <dcterms:modified xsi:type="dcterms:W3CDTF">2016-06-08T08:55:07Z</dcterms:modified>
</cp:coreProperties>
</file>