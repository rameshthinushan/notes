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1" r:id="rId4"/>
    <p:sldId id="259" r:id="rId5"/>
    <p:sldId id="260" r:id="rId6"/>
    <p:sldId id="258" r:id="rId7"/>
    <p:sldId id="264" r:id="rId8"/>
    <p:sldId id="263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handout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8BB5-A5DF-4454-9ABC-93ADC18BCB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C7-D268-4B3A-BE28-55C5A5BED5DB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EC25E-3E72-4910-A92E-65F3C621F4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8EC25E-3E72-4910-A92E-65F3C621F4D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Week- 01 - Introduction to computer System and its classifications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IT1102 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114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Week 11</a:t>
            </a:r>
          </a:p>
          <a:p>
            <a:r>
              <a:rPr lang="en-US" dirty="0" smtClean="0"/>
              <a:t>RAM types and their advantages , disadvantages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IT1102 </a:t>
            </a:r>
            <a:br>
              <a:rPr lang="en-US" dirty="0" smtClean="0"/>
            </a:br>
            <a:r>
              <a:rPr lang="en-US" dirty="0" smtClean="0"/>
              <a:t>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RAM -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endParaRPr lang="en-US" dirty="0" smtClean="0"/>
          </a:p>
          <a:p>
            <a:pPr marL="342900" lvl="1" indent="-342900"/>
            <a:r>
              <a:rPr lang="en-US" dirty="0" smtClean="0"/>
              <a:t>Volatile</a:t>
            </a:r>
          </a:p>
          <a:p>
            <a:pPr marL="742950" lvl="2" indent="-342900"/>
            <a:r>
              <a:rPr lang="en-US" dirty="0" smtClean="0"/>
              <a:t>Data loss without electricity</a:t>
            </a:r>
          </a:p>
          <a:p>
            <a:pPr marL="342900" lvl="1" indent="-342900"/>
            <a:r>
              <a:rPr lang="en-US" dirty="0" smtClean="0"/>
              <a:t>Mutable </a:t>
            </a:r>
          </a:p>
          <a:p>
            <a:pPr marL="742950" lvl="2" indent="-342900"/>
            <a:r>
              <a:rPr lang="en-US" dirty="0" smtClean="0"/>
              <a:t>Read &amp; write</a:t>
            </a:r>
          </a:p>
          <a:p>
            <a:pPr marL="342900" lvl="1" indent="-342900"/>
            <a:r>
              <a:rPr lang="en-US" dirty="0" smtClean="0"/>
              <a:t>Random access </a:t>
            </a:r>
          </a:p>
          <a:p>
            <a:pPr marL="742950" lvl="2" indent="-342900"/>
            <a:r>
              <a:rPr lang="en-US" dirty="0" smtClean="0"/>
              <a:t>Any location in storage can be accessed in same speed</a:t>
            </a:r>
          </a:p>
          <a:p>
            <a:pPr marL="1200150" lvl="3" indent="-342900"/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RAM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Static Random Access Memory</a:t>
            </a:r>
          </a:p>
          <a:p>
            <a:pPr lvl="1"/>
            <a:r>
              <a:rPr lang="en-US" dirty="0" smtClean="0"/>
              <a:t>Faster</a:t>
            </a:r>
          </a:p>
          <a:p>
            <a:pPr lvl="1"/>
            <a:r>
              <a:rPr lang="en-US" dirty="0" smtClean="0"/>
              <a:t>Typically used for CPU cache, hard disk buffers, router buffers</a:t>
            </a:r>
          </a:p>
          <a:p>
            <a:pPr lvl="1"/>
            <a:r>
              <a:rPr lang="en-US" dirty="0" smtClean="0"/>
              <a:t>Cost is high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RAM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Dynamic Memory</a:t>
            </a:r>
          </a:p>
          <a:p>
            <a:pPr lvl="1"/>
            <a:r>
              <a:rPr lang="en-US" dirty="0" smtClean="0"/>
              <a:t>Memory refresh timely </a:t>
            </a:r>
          </a:p>
          <a:p>
            <a:pPr lvl="1"/>
            <a:r>
              <a:rPr lang="en-US" dirty="0" smtClean="0"/>
              <a:t>Slower than statistic RAM</a:t>
            </a:r>
          </a:p>
          <a:p>
            <a:pPr lvl="1"/>
            <a:r>
              <a:rPr lang="en-US" dirty="0" smtClean="0"/>
              <a:t>Used for main memory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RAM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SDRAM (Synchronous DRAM)</a:t>
            </a:r>
          </a:p>
          <a:p>
            <a:pPr lvl="1"/>
            <a:r>
              <a:rPr lang="en-US" dirty="0" smtClean="0"/>
              <a:t>Improved version of  DRAM</a:t>
            </a:r>
          </a:p>
          <a:p>
            <a:pPr lvl="1"/>
            <a:r>
              <a:rPr lang="en-US" dirty="0" smtClean="0"/>
              <a:t>Its external pin interface is coordinated by an externally supplied clock signal</a:t>
            </a:r>
          </a:p>
          <a:p>
            <a:pPr lvl="1"/>
            <a:r>
              <a:rPr lang="en-US" dirty="0" smtClean="0"/>
              <a:t>The memory module is synchronized with the clock speed that the microprocessor is optimized for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/>
          <a:lstStyle/>
          <a:p>
            <a:r>
              <a:rPr lang="en-US" dirty="0" smtClean="0"/>
              <a:t>RAM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/>
          </a:bodyPr>
          <a:lstStyle/>
          <a:p>
            <a:r>
              <a:rPr lang="en-US" b="1" dirty="0" smtClean="0"/>
              <a:t>DDR (Double Data Rate SDRAM)</a:t>
            </a:r>
          </a:p>
          <a:p>
            <a:pPr lvl="1" algn="just"/>
            <a:r>
              <a:rPr lang="en-US" dirty="0" smtClean="0"/>
              <a:t>Doubles the rate of data transfer of standard SDRAM by transferring data on the up and down tick of a clock cycle.</a:t>
            </a:r>
          </a:p>
          <a:p>
            <a:pPr lvl="1" algn="just"/>
            <a:r>
              <a:rPr lang="en-US" dirty="0" smtClean="0"/>
              <a:t>Less power consumption</a:t>
            </a:r>
          </a:p>
          <a:p>
            <a:pPr lvl="1" algn="just"/>
            <a:r>
              <a:rPr lang="en-US" dirty="0" smtClean="0"/>
              <a:t>Less power consumption than early versions</a:t>
            </a:r>
          </a:p>
          <a:p>
            <a:pPr algn="just"/>
            <a:r>
              <a:rPr lang="en-US" b="1" dirty="0" smtClean="0"/>
              <a:t>DDR2</a:t>
            </a:r>
          </a:p>
          <a:p>
            <a:pPr lvl="1" algn="just"/>
            <a:r>
              <a:rPr lang="en-US" dirty="0" smtClean="0"/>
              <a:t>Higher bus speed by running the internal clock at half the speed of the data bus. </a:t>
            </a:r>
          </a:p>
          <a:p>
            <a:pPr lvl="1" algn="just"/>
            <a:r>
              <a:rPr lang="en-US" dirty="0" smtClean="0"/>
              <a:t>Less power consumption than early versions</a:t>
            </a:r>
          </a:p>
          <a:p>
            <a:pPr lvl="1" algn="just"/>
            <a:r>
              <a:rPr lang="en-US" dirty="0" smtClean="0"/>
              <a:t>Not backward compatible with DDR memory slots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/>
          <a:lstStyle/>
          <a:p>
            <a:r>
              <a:rPr lang="en-US" dirty="0" smtClean="0"/>
              <a:t>RAM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48200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 smtClean="0"/>
              <a:t>DDR3</a:t>
            </a:r>
          </a:p>
          <a:p>
            <a:pPr lvl="1" algn="just"/>
            <a:r>
              <a:rPr lang="en-US" dirty="0" smtClean="0"/>
              <a:t>Higher bus speed</a:t>
            </a:r>
          </a:p>
          <a:p>
            <a:pPr lvl="1" algn="just"/>
            <a:r>
              <a:rPr lang="en-US" dirty="0" smtClean="0"/>
              <a:t>Less power consumption than early versions</a:t>
            </a:r>
          </a:p>
          <a:p>
            <a:pPr lvl="1" algn="just"/>
            <a:r>
              <a:rPr lang="en-US" dirty="0" smtClean="0"/>
              <a:t>Not backward compatible with DDR2 memory slots</a:t>
            </a:r>
          </a:p>
          <a:p>
            <a:pPr algn="just"/>
            <a:r>
              <a:rPr lang="en-US" b="1" dirty="0" smtClean="0"/>
              <a:t>DDR4</a:t>
            </a:r>
          </a:p>
          <a:p>
            <a:pPr lvl="1" algn="just"/>
            <a:r>
              <a:rPr lang="en-US" dirty="0" smtClean="0"/>
              <a:t>Higher bus speed</a:t>
            </a:r>
          </a:p>
          <a:p>
            <a:pPr lvl="1" algn="just"/>
            <a:r>
              <a:rPr lang="en-US" dirty="0" smtClean="0"/>
              <a:t>Less power consumption than early versions</a:t>
            </a:r>
          </a:p>
          <a:p>
            <a:pPr lvl="1" algn="just"/>
            <a:r>
              <a:rPr lang="en-US" dirty="0" smtClean="0"/>
              <a:t>Not backward compatible with DDR3 memory slots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7" name="Picture 5" descr="http://razgonu.ru/uploads/posts/2011-08/tipy-pamyati-dd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64837"/>
            <a:ext cx="4895850" cy="6440763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Not exactly the RAM</a:t>
            </a:r>
          </a:p>
          <a:p>
            <a:r>
              <a:rPr lang="en-US" dirty="0" smtClean="0"/>
              <a:t>Method of extending RAM for running programs capacity</a:t>
            </a:r>
          </a:p>
          <a:p>
            <a:endParaRPr lang="en-US" dirty="0"/>
          </a:p>
        </p:txBody>
      </p:sp>
      <p:pic>
        <p:nvPicPr>
          <p:cNvPr id="1026" name="Picture 2" descr="http://chortle.ccsu.edu/assemblytutorial/chapter-04/virtualMem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731" y="3048001"/>
            <a:ext cx="5191269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Classroom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Group discussion on deferent RAM types available in current market </a:t>
            </a:r>
          </a:p>
          <a:p>
            <a:pPr lvl="1" algn="just"/>
            <a:r>
              <a:rPr lang="en-US" dirty="0" smtClean="0"/>
              <a:t>Consider their advantages\ disadvantages and their prices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3061</TotalTime>
  <Words>252</Words>
  <Application>Microsoft Office PowerPoint</Application>
  <PresentationFormat>On-screen Show (4:3)</PresentationFormat>
  <Paragraphs>51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HNDIT</vt:lpstr>
      <vt:lpstr>IT1102  Computer Hardware</vt:lpstr>
      <vt:lpstr>RAM - Characteristics</vt:lpstr>
      <vt:lpstr>RAM Types</vt:lpstr>
      <vt:lpstr>RAM Types</vt:lpstr>
      <vt:lpstr>RAM Types</vt:lpstr>
      <vt:lpstr>RAM Types</vt:lpstr>
      <vt:lpstr>RAM Types</vt:lpstr>
      <vt:lpstr>Slide 8</vt:lpstr>
      <vt:lpstr>Virtual memory</vt:lpstr>
      <vt:lpstr>Classroom activity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aasik</cp:lastModifiedBy>
  <cp:revision>507</cp:revision>
  <dcterms:created xsi:type="dcterms:W3CDTF">2016-04-01T06:09:59Z</dcterms:created>
  <dcterms:modified xsi:type="dcterms:W3CDTF">2016-06-08T09:00:03Z</dcterms:modified>
</cp:coreProperties>
</file>