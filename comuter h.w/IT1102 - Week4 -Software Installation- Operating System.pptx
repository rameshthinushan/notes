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62" r:id="rId4"/>
    <p:sldId id="263" r:id="rId5"/>
    <p:sldId id="264" r:id="rId6"/>
    <p:sldId id="258" r:id="rId7"/>
    <p:sldId id="259" r:id="rId8"/>
    <p:sldId id="266" r:id="rId9"/>
    <p:sldId id="267" r:id="rId10"/>
    <p:sldId id="260" r:id="rId11"/>
    <p:sldId id="265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C7F5F9-990C-45CA-A544-E412BEEDA5ED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Janaka Rajakaruna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98BB5-A5DF-4454-9ABC-93ADC18BCBD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028C7-D268-4B3A-BE28-55C5A5BED5DB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Janaka Rajakaruna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EC25E-3E72-4910-A92E-65F3C621F4D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8EC25E-3E72-4910-A92E-65F3C621F4D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Week- 01 - Introduction to computer System and its classifications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IT1102 Computer Hardware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en.wikipedia.org/wiki/File:Operating_system_placement.sv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431" y="4800600"/>
            <a:ext cx="8696169" cy="1143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Week 4</a:t>
            </a:r>
          </a:p>
          <a:p>
            <a:r>
              <a:rPr lang="en-US" dirty="0" smtClean="0"/>
              <a:t>Software </a:t>
            </a:r>
            <a:r>
              <a:rPr lang="en-US" dirty="0" smtClean="0"/>
              <a:t>Installation -  Operating System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IT1102 </a:t>
            </a:r>
            <a:br>
              <a:rPr lang="en-US" dirty="0" smtClean="0"/>
            </a:br>
            <a:r>
              <a:rPr lang="en-US" dirty="0" smtClean="0"/>
              <a:t>Computer Hardware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7841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Software Installation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System Software</a:t>
            </a:r>
          </a:p>
          <a:p>
            <a:pPr lvl="1"/>
            <a:r>
              <a:rPr lang="en-US" dirty="0" smtClean="0"/>
              <a:t>Operating System</a:t>
            </a:r>
          </a:p>
          <a:p>
            <a:pPr lvl="1"/>
            <a:r>
              <a:rPr lang="en-US" dirty="0" smtClean="0"/>
              <a:t>Drivers</a:t>
            </a:r>
          </a:p>
          <a:p>
            <a:r>
              <a:rPr lang="en-US" dirty="0" smtClean="0"/>
              <a:t>Application Software</a:t>
            </a:r>
          </a:p>
          <a:p>
            <a:pPr lvl="1"/>
            <a:r>
              <a:rPr lang="en-US" dirty="0" smtClean="0"/>
              <a:t>Utilities</a:t>
            </a:r>
          </a:p>
          <a:p>
            <a:pPr lvl="1"/>
            <a:endParaRPr lang="en-US" dirty="0"/>
          </a:p>
        </p:txBody>
      </p:sp>
      <p:pic>
        <p:nvPicPr>
          <p:cNvPr id="4" name="Picture 1" descr="Operating system placement.sv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02770" y="1676400"/>
            <a:ext cx="355548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5720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Control hardware</a:t>
            </a:r>
          </a:p>
          <a:p>
            <a:r>
              <a:rPr lang="en-US" dirty="0" smtClean="0"/>
              <a:t>Manage computer resources</a:t>
            </a:r>
          </a:p>
          <a:p>
            <a:r>
              <a:rPr lang="en-US" dirty="0" smtClean="0"/>
              <a:t>Support other software ( application software)to run</a:t>
            </a:r>
          </a:p>
          <a:p>
            <a:pPr lvl="1"/>
            <a:r>
              <a:rPr lang="en-US" dirty="0" smtClean="0"/>
              <a:t>Provide environment or platform </a:t>
            </a:r>
          </a:p>
          <a:p>
            <a:r>
              <a:rPr lang="en-US" dirty="0" smtClean="0"/>
              <a:t>Provide interface to hardware</a:t>
            </a:r>
          </a:p>
          <a:p>
            <a:r>
              <a:rPr lang="en-US" dirty="0" smtClean="0"/>
              <a:t>Examples</a:t>
            </a:r>
          </a:p>
          <a:p>
            <a:pPr lvl="1"/>
            <a:r>
              <a:rPr lang="en-US" dirty="0" smtClean="0"/>
              <a:t>BIOS </a:t>
            </a:r>
          </a:p>
          <a:p>
            <a:pPr lvl="1"/>
            <a:r>
              <a:rPr lang="en-US" dirty="0" smtClean="0"/>
              <a:t>Device drivers</a:t>
            </a:r>
          </a:p>
          <a:p>
            <a:pPr lvl="1"/>
            <a:r>
              <a:rPr lang="en-US" dirty="0" smtClean="0"/>
              <a:t>Operating system</a:t>
            </a:r>
          </a:p>
          <a:p>
            <a:pPr lvl="1"/>
            <a:r>
              <a:rPr lang="en-US" dirty="0" smtClean="0"/>
              <a:t>Translators / Virtual machines</a:t>
            </a:r>
          </a:p>
          <a:p>
            <a:pPr lvl="1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System Software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35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POST</a:t>
            </a:r>
          </a:p>
          <a:p>
            <a:pPr lvl="1"/>
            <a:r>
              <a:rPr lang="en-US" dirty="0" smtClean="0"/>
              <a:t>Power On Self Test</a:t>
            </a:r>
          </a:p>
          <a:p>
            <a:pPr lvl="1"/>
            <a:r>
              <a:rPr lang="en-US" dirty="0" smtClean="0"/>
              <a:t>Self testing process by computer itself</a:t>
            </a:r>
          </a:p>
          <a:p>
            <a:r>
              <a:rPr lang="en-US" dirty="0" smtClean="0"/>
              <a:t>Provide user interface</a:t>
            </a:r>
          </a:p>
          <a:p>
            <a:pPr lvl="1"/>
            <a:r>
              <a:rPr lang="en-US" dirty="0" smtClean="0"/>
              <a:t>Configure hardware</a:t>
            </a:r>
          </a:p>
          <a:p>
            <a:pPr lvl="1"/>
            <a:r>
              <a:rPr lang="en-US" dirty="0" smtClean="0"/>
              <a:t>Set the system clock</a:t>
            </a:r>
          </a:p>
          <a:p>
            <a:pPr lvl="1"/>
            <a:r>
              <a:rPr lang="en-US" dirty="0" smtClean="0"/>
              <a:t>Enable or disable system components</a:t>
            </a:r>
          </a:p>
          <a:p>
            <a:pPr lvl="1"/>
            <a:r>
              <a:rPr lang="en-US" dirty="0" smtClean="0"/>
              <a:t>Select which devices are eligible to be boot device</a:t>
            </a:r>
          </a:p>
          <a:p>
            <a:pPr lvl="1"/>
            <a:r>
              <a:rPr lang="en-US" dirty="0" smtClean="0"/>
              <a:t>Provide password prompts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dirty="0" smtClean="0"/>
              <a:t>BIOS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dirty="0" smtClean="0"/>
              <a:t>Operating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221163"/>
          </a:xfrm>
        </p:spPr>
        <p:txBody>
          <a:bodyPr/>
          <a:lstStyle/>
          <a:p>
            <a:pPr algn="just"/>
            <a:r>
              <a:rPr lang="en-US" b="1" dirty="0" smtClean="0"/>
              <a:t>System</a:t>
            </a:r>
            <a:r>
              <a:rPr lang="en-US" dirty="0" smtClean="0"/>
              <a:t> software that manages computer hardware and software resources and provides common services for computer programs with interface for users to operate.</a:t>
            </a:r>
          </a:p>
          <a:p>
            <a:pPr lvl="1" algn="just"/>
            <a:r>
              <a:rPr lang="en-US" dirty="0" smtClean="0"/>
              <a:t>Microsoft Windows</a:t>
            </a:r>
          </a:p>
          <a:p>
            <a:pPr lvl="1" algn="just"/>
            <a:r>
              <a:rPr lang="en-US" dirty="0" smtClean="0"/>
              <a:t> Apple OS X</a:t>
            </a:r>
          </a:p>
          <a:p>
            <a:pPr lvl="1" algn="just"/>
            <a:r>
              <a:rPr lang="en-US" dirty="0" smtClean="0"/>
              <a:t>Linux</a:t>
            </a:r>
          </a:p>
          <a:p>
            <a:pPr lvl="1" algn="just"/>
            <a:r>
              <a:rPr lang="en-US" dirty="0" smtClean="0"/>
              <a:t>Unix</a:t>
            </a:r>
          </a:p>
          <a:p>
            <a:pPr lvl="1" algn="just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Windows 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Personal computer operating system</a:t>
            </a:r>
          </a:p>
          <a:p>
            <a:r>
              <a:rPr lang="en-US" dirty="0" smtClean="0"/>
              <a:t>Developed by Microsoft.</a:t>
            </a:r>
          </a:p>
          <a:p>
            <a:r>
              <a:rPr lang="en-US" dirty="0" smtClean="0"/>
              <a:t>Having graphical user interface</a:t>
            </a:r>
          </a:p>
          <a:p>
            <a:r>
              <a:rPr lang="en-US" dirty="0" smtClean="0"/>
              <a:t>Support malty tasking for single user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5895975"/>
            <a:ext cx="5467350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Minimum Hardware Requirements for Windows 7</a:t>
            </a:r>
            <a:br>
              <a:rPr lang="en-US" dirty="0" smtClean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0" y="1524000"/>
          <a:ext cx="9143999" cy="4652366"/>
        </p:xfrm>
        <a:graphic>
          <a:graphicData uri="http://schemas.openxmlformats.org/drawingml/2006/table">
            <a:tbl>
              <a:tblPr/>
              <a:tblGrid>
                <a:gridCol w="2743200"/>
                <a:gridCol w="3479339"/>
                <a:gridCol w="2921460"/>
              </a:tblGrid>
              <a:tr h="59784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8329" marR="8329" marT="8329" marB="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Operating system architecture</a:t>
                      </a:r>
                    </a:p>
                  </a:txBody>
                  <a:tcPr marL="8329" marR="8329" marT="8329" marB="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0924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32-bit</a:t>
                      </a:r>
                    </a:p>
                  </a:txBody>
                  <a:tcPr marL="8329" marR="8329" marT="8329" marB="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64-bit</a:t>
                      </a:r>
                    </a:p>
                  </a:txBody>
                  <a:tcPr marL="8329" marR="8329" marT="8329" marB="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8070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Processor</a:t>
                      </a:r>
                    </a:p>
                  </a:txBody>
                  <a:tcPr marL="8329" marR="8329" marT="8329" marB="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1 GHz </a:t>
                      </a:r>
                      <a:r>
                        <a:rPr lang="en-US" sz="2000" b="0" i="0" u="none" strike="noStrike" dirty="0" smtClean="0">
                          <a:solidFill>
                            <a:schemeClr val="tx1"/>
                          </a:solidFill>
                          <a:latin typeface="Calibri"/>
                        </a:rPr>
                        <a:t>-32</a:t>
                      </a: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 processor</a:t>
                      </a:r>
                    </a:p>
                  </a:txBody>
                  <a:tcPr marL="8329" marR="8329" marT="8329" marB="0" anchor="b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1 GHz x86-64 processor</a:t>
                      </a:r>
                    </a:p>
                  </a:txBody>
                  <a:tcPr marL="8329" marR="8329" marT="8329" marB="0" anchor="b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4085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Memory (RAM)</a:t>
                      </a:r>
                    </a:p>
                  </a:txBody>
                  <a:tcPr marL="8329" marR="8329" marT="8329" marB="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 GB</a:t>
                      </a:r>
                    </a:p>
                  </a:txBody>
                  <a:tcPr marL="8329" marR="8329" marT="8329" marB="0" anchor="b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2 GB</a:t>
                      </a:r>
                    </a:p>
                  </a:txBody>
                  <a:tcPr marL="8329" marR="8329" marT="8329" marB="0" anchor="b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921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Graphics card</a:t>
                      </a:r>
                    </a:p>
                  </a:txBody>
                  <a:tcPr marL="8329" marR="8329" marT="8329" marB="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DirectX 9 graphics processor with WDDM driver model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1.0</a:t>
                      </a:r>
                      <a:endParaRPr lang="en-US" sz="1800" b="0" i="0" u="none" strike="noStrike" dirty="0">
                        <a:solidFill>
                          <a:srgbClr val="0B0080"/>
                        </a:solidFill>
                        <a:latin typeface="Arial"/>
                      </a:endParaRPr>
                    </a:p>
                  </a:txBody>
                  <a:tcPr marL="8329" marR="8329" marT="8329" marB="0" anchor="b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070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Free hard drive space</a:t>
                      </a:r>
                    </a:p>
                  </a:txBody>
                  <a:tcPr marL="8329" marR="8329" marT="8329" marB="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16 GB</a:t>
                      </a:r>
                    </a:p>
                  </a:txBody>
                  <a:tcPr marL="8329" marR="8329" marT="8329" marB="0" anchor="b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 GB</a:t>
                      </a:r>
                    </a:p>
                  </a:txBody>
                  <a:tcPr marL="8329" marR="8329" marT="8329" marB="0" anchor="b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7971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Optical drive</a:t>
                      </a:r>
                    </a:p>
                  </a:txBody>
                  <a:tcPr marL="8329" marR="8329" marT="8329" marB="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DVD-ROM </a:t>
                      </a:r>
                      <a:r>
                        <a:rPr lang="en-US" sz="2000" b="0" i="0" u="none" strike="noStrike" dirty="0" smtClean="0">
                          <a:solidFill>
                            <a:schemeClr val="tx1"/>
                          </a:solidFill>
                          <a:latin typeface="Calibri"/>
                        </a:rPr>
                        <a:t>drive</a:t>
                      </a: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 (Only to install from DVD-ROM media)</a:t>
                      </a:r>
                    </a:p>
                  </a:txBody>
                  <a:tcPr marL="8329" marR="8329" marT="8329" marB="0" anchor="b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447800"/>
          </a:xfrm>
        </p:spPr>
        <p:txBody>
          <a:bodyPr>
            <a:normAutofit/>
          </a:bodyPr>
          <a:lstStyle/>
          <a:p>
            <a:r>
              <a:rPr lang="en-US" dirty="0" smtClean="0"/>
              <a:t>Installing Windows 7</a:t>
            </a:r>
            <a:br>
              <a:rPr lang="en-US" dirty="0" smtClean="0"/>
            </a:br>
            <a:r>
              <a:rPr lang="en-US" dirty="0" smtClean="0"/>
              <a:t>Important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953000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Turn ON your PC boot through CD/DVD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Select ‘English’ and click Next. Also there will be a ‘INSTAL NOW’ button. Click on it and proceed to next step.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Accept the license agreement an click next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 ‘UPGRADE’ or ‘CUSTOM’ will appear. select CUSTOM for clean installation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Select or create disk partition and click next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Windows will installed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447800"/>
          </a:xfrm>
        </p:spPr>
        <p:txBody>
          <a:bodyPr>
            <a:normAutofit/>
          </a:bodyPr>
          <a:lstStyle/>
          <a:p>
            <a:r>
              <a:rPr lang="en-US" dirty="0" smtClean="0"/>
              <a:t>Installing Windows 7</a:t>
            </a:r>
            <a:br>
              <a:rPr lang="en-US" dirty="0" smtClean="0"/>
            </a:br>
            <a:r>
              <a:rPr lang="en-US" dirty="0" smtClean="0"/>
              <a:t>Important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9530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7"/>
            </a:pPr>
            <a:r>
              <a:rPr lang="en-US" dirty="0" smtClean="0"/>
              <a:t>Windows will restart and ask for user name and password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US" dirty="0" smtClean="0"/>
              <a:t>Windows will ask for product key</a:t>
            </a:r>
          </a:p>
          <a:p>
            <a:pPr marL="514350" indent="-514350">
              <a:buFont typeface="+mj-lt"/>
              <a:buAutoNum type="arabicPeriod" startAt="7"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Service Pack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 </a:t>
            </a:r>
            <a:r>
              <a:rPr lang="en-US" b="1" dirty="0" smtClean="0"/>
              <a:t>service pack</a:t>
            </a:r>
            <a:r>
              <a:rPr lang="en-US" dirty="0" smtClean="0"/>
              <a:t> (SP) is a Windows update, that helps Windows more reliable. </a:t>
            </a:r>
          </a:p>
          <a:p>
            <a:pPr algn="just"/>
            <a:r>
              <a:rPr lang="en-US" dirty="0" smtClean="0"/>
              <a:t>Provided free of charge </a:t>
            </a:r>
          </a:p>
          <a:p>
            <a:pPr algn="just"/>
            <a:r>
              <a:rPr lang="en-US" dirty="0" smtClean="0"/>
              <a:t>Can include </a:t>
            </a:r>
            <a:r>
              <a:rPr lang="en-US" dirty="0" smtClean="0">
                <a:solidFill>
                  <a:srgbClr val="FF0000"/>
                </a:solidFill>
              </a:rPr>
              <a:t>security and performance improvements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FF0000"/>
                </a:solidFill>
              </a:rPr>
              <a:t>support for new  hardware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Service Pack- How to get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The recommended (and easiest) way to get SP1 is to turn on automatic updating in Windows Update in Control Panel, and wait for Windows 7 to notify you that SP1 is ready to install. </a:t>
            </a:r>
          </a:p>
          <a:p>
            <a:pPr algn="just"/>
            <a:r>
              <a:rPr lang="en-US" dirty="0" smtClean="0"/>
              <a:t>It takes about 30 minutes to install, and you'll need to restart your computer about halfway through the installation.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Hotfixes</a:t>
            </a:r>
            <a:r>
              <a:rPr lang="en-US" b="1" dirty="0" smtClean="0"/>
              <a:t>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Quick Fix Engineering update </a:t>
            </a:r>
          </a:p>
          <a:p>
            <a:r>
              <a:rPr lang="en-US" dirty="0" smtClean="0"/>
              <a:t>Single, package that includes information used to solve a problem in a software product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1388</TotalTime>
  <Words>324</Words>
  <Application>Microsoft Office PowerPoint</Application>
  <PresentationFormat>On-screen Show (4:3)</PresentationFormat>
  <Paragraphs>84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HNDIT</vt:lpstr>
      <vt:lpstr>IT1102  Computer Hardware</vt:lpstr>
      <vt:lpstr>Software Installation</vt:lpstr>
      <vt:lpstr>System Software</vt:lpstr>
      <vt:lpstr>BIOS</vt:lpstr>
      <vt:lpstr>Operating System</vt:lpstr>
      <vt:lpstr>Windows 7</vt:lpstr>
      <vt:lpstr>Minimum Hardware Requirements for Windows 7 </vt:lpstr>
      <vt:lpstr>Installing Windows 7 Important steps</vt:lpstr>
      <vt:lpstr>Installing Windows 7 Important steps</vt:lpstr>
      <vt:lpstr>Service Pack</vt:lpstr>
      <vt:lpstr>Service Pack- How to get</vt:lpstr>
      <vt:lpstr>Hotfixes 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Janaka</dc:creator>
  <cp:lastModifiedBy>Janaka</cp:lastModifiedBy>
  <cp:revision>244</cp:revision>
  <dcterms:created xsi:type="dcterms:W3CDTF">2016-04-01T06:09:59Z</dcterms:created>
  <dcterms:modified xsi:type="dcterms:W3CDTF">2016-04-10T18:25:09Z</dcterms:modified>
</cp:coreProperties>
</file>