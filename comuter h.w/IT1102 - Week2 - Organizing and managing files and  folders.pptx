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256" r:id="rId2"/>
    <p:sldId id="271" r:id="rId3"/>
    <p:sldId id="272" r:id="rId4"/>
    <p:sldId id="270" r:id="rId5"/>
    <p:sldId id="275" r:id="rId6"/>
    <p:sldId id="276" r:id="rId7"/>
    <p:sldId id="277" r:id="rId8"/>
    <p:sldId id="257" r:id="rId9"/>
    <p:sldId id="259" r:id="rId10"/>
    <p:sldId id="262" r:id="rId11"/>
    <p:sldId id="258" r:id="rId12"/>
    <p:sldId id="261" r:id="rId13"/>
    <p:sldId id="278" r:id="rId14"/>
    <p:sldId id="266" r:id="rId15"/>
    <p:sldId id="264" r:id="rId16"/>
    <p:sldId id="279" r:id="rId17"/>
    <p:sldId id="268" r:id="rId18"/>
    <p:sldId id="269" r:id="rId19"/>
    <p:sldId id="263" r:id="rId20"/>
    <p:sldId id="26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86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C7F5F9-990C-45CA-A544-E412BEEDA5ED}" type="datetimeFigureOut">
              <a:rPr lang="en-US" smtClean="0"/>
              <a:pPr/>
              <a:t>4/3/2016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smtClean="0"/>
              <a:t>Janaka Rajakaruna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D98BB5-A5DF-4454-9ABC-93ADC18BCBD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C028C7-D268-4B3A-BE28-55C5A5BED5DB}" type="datetimeFigureOut">
              <a:rPr lang="en-US" smtClean="0"/>
              <a:pPr/>
              <a:t>4/3/2016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smtClean="0"/>
              <a:t>Janaka Rajakaruna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8EC25E-3E72-4910-A92E-65F3C621F4D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8EC25E-3E72-4910-A92E-65F3C621F4D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Week- 01 - Introduction to computer System and its classifications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IT1102 Computer Hardware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4/3/2016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DD56F-A681-4805-A5A2-3EFEAD22C2F4}" type="datetimeFigureOut">
              <a:rPr lang="en-US" smtClean="0"/>
              <a:pPr/>
              <a:t>4/3/2016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5431" y="4800600"/>
            <a:ext cx="8696169" cy="11430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Week 2</a:t>
            </a:r>
          </a:p>
          <a:p>
            <a:r>
              <a:rPr lang="en-US" dirty="0" smtClean="0"/>
              <a:t>Organizing and managing files and  folders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IT1102 </a:t>
            </a:r>
            <a:br>
              <a:rPr lang="en-US" dirty="0" smtClean="0"/>
            </a:br>
            <a:r>
              <a:rPr lang="en-US" dirty="0" smtClean="0"/>
              <a:t>Computer Hardware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578411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Desktop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 </a:t>
            </a:r>
            <a:r>
              <a:rPr lang="en-US" b="1" dirty="0" smtClean="0"/>
              <a:t>desktop</a:t>
            </a:r>
            <a:r>
              <a:rPr lang="en-US" dirty="0" smtClean="0"/>
              <a:t> is the main screen area that </a:t>
            </a:r>
            <a:r>
              <a:rPr lang="en-US" dirty="0" smtClean="0"/>
              <a:t>user see </a:t>
            </a:r>
            <a:r>
              <a:rPr lang="en-US" dirty="0" smtClean="0"/>
              <a:t>after </a:t>
            </a:r>
            <a:r>
              <a:rPr lang="en-US" dirty="0" smtClean="0"/>
              <a:t>turn </a:t>
            </a:r>
            <a:r>
              <a:rPr lang="en-US" dirty="0" smtClean="0"/>
              <a:t>on </a:t>
            </a:r>
            <a:r>
              <a:rPr lang="en-US" dirty="0" smtClean="0"/>
              <a:t>computer </a:t>
            </a:r>
            <a:r>
              <a:rPr lang="en-US" dirty="0" smtClean="0"/>
              <a:t>and log on to </a:t>
            </a:r>
            <a:r>
              <a:rPr lang="en-US" dirty="0" smtClean="0"/>
              <a:t>Windows</a:t>
            </a:r>
          </a:p>
          <a:p>
            <a:r>
              <a:rPr lang="en-US" dirty="0" smtClean="0"/>
              <a:t>user can store files and folders or short cuts in it , and arrange them as  user </a:t>
            </a:r>
            <a:r>
              <a:rPr lang="en-US" dirty="0" smtClean="0"/>
              <a:t>want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29698" name="Picture 2" descr="Picture of desktop icon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16177" y="5334001"/>
            <a:ext cx="4527823" cy="1524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Taskbar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Taskbar</a:t>
            </a:r>
            <a:r>
              <a:rPr lang="en-US" dirty="0" smtClean="0"/>
              <a:t> sits at the bottom of your </a:t>
            </a:r>
            <a:r>
              <a:rPr lang="en-US" dirty="0" smtClean="0"/>
              <a:t>screen</a:t>
            </a:r>
          </a:p>
          <a:p>
            <a:r>
              <a:rPr lang="en-US" dirty="0" smtClean="0"/>
              <a:t>It shows </a:t>
            </a:r>
            <a:r>
              <a:rPr lang="en-US" dirty="0" smtClean="0"/>
              <a:t>user which </a:t>
            </a:r>
            <a:r>
              <a:rPr lang="en-US" dirty="0" smtClean="0"/>
              <a:t>programs are running </a:t>
            </a:r>
            <a:endParaRPr lang="en-US" dirty="0" smtClean="0"/>
          </a:p>
          <a:p>
            <a:r>
              <a:rPr lang="en-US" dirty="0" smtClean="0"/>
              <a:t>It allows user to </a:t>
            </a:r>
            <a:r>
              <a:rPr lang="en-US" dirty="0" smtClean="0"/>
              <a:t>switch between running </a:t>
            </a:r>
            <a:r>
              <a:rPr lang="en-US" dirty="0" smtClean="0"/>
              <a:t>programs</a:t>
            </a:r>
          </a:p>
          <a:p>
            <a:r>
              <a:rPr lang="en-US" dirty="0" smtClean="0"/>
              <a:t>User can also use Alt + Tab </a:t>
            </a:r>
            <a:r>
              <a:rPr lang="en-US" dirty="0" smtClean="0"/>
              <a:t>to switch between running programs</a:t>
            </a:r>
            <a:endParaRPr lang="en-US" dirty="0"/>
          </a:p>
        </p:txBody>
      </p:sp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19780" y="4876801"/>
            <a:ext cx="502422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 smtClean="0"/>
              <a:t>Windows Explorer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02163"/>
          </a:xfrm>
        </p:spPr>
        <p:txBody>
          <a:bodyPr/>
          <a:lstStyle/>
          <a:p>
            <a:r>
              <a:rPr lang="en-US" b="1" dirty="0" smtClean="0"/>
              <a:t>Windows Explorer </a:t>
            </a:r>
            <a:r>
              <a:rPr lang="en-US" dirty="0" smtClean="0"/>
              <a:t>in early Windows versions</a:t>
            </a:r>
          </a:p>
          <a:p>
            <a:r>
              <a:rPr lang="en-US" dirty="0" smtClean="0"/>
              <a:t>File Explorer in Windows 8</a:t>
            </a:r>
          </a:p>
          <a:p>
            <a:r>
              <a:rPr lang="en-US" dirty="0" smtClean="0"/>
              <a:t>File Explorer is a  file manager application </a:t>
            </a:r>
            <a:r>
              <a:rPr lang="en-US" dirty="0" smtClean="0"/>
              <a:t>allows </a:t>
            </a:r>
            <a:r>
              <a:rPr lang="en-US" dirty="0" smtClean="0"/>
              <a:t>you to open, access, and rearrange your files and </a:t>
            </a:r>
            <a:r>
              <a:rPr lang="en-US" dirty="0" smtClean="0"/>
              <a:t>folders.</a:t>
            </a:r>
          </a:p>
          <a:p>
            <a:r>
              <a:rPr lang="en-US" dirty="0" smtClean="0"/>
              <a:t>It provides a graphical user interface for accessing the file systems. </a:t>
            </a:r>
            <a:endParaRPr lang="en-US" dirty="0" smtClean="0"/>
          </a:p>
          <a:p>
            <a:r>
              <a:rPr lang="en-US" dirty="0" smtClean="0"/>
              <a:t>Windows key + E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29350" y="5038725"/>
            <a:ext cx="2914650" cy="181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686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317982"/>
            <a:ext cx="7696200" cy="6540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4008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Navigation </a:t>
            </a:r>
            <a:r>
              <a:rPr lang="en-US" dirty="0" smtClean="0"/>
              <a:t>pane</a:t>
            </a:r>
          </a:p>
          <a:p>
            <a:pPr marL="914400" lvl="1" indent="-514350"/>
            <a:r>
              <a:rPr lang="en-US" dirty="0" smtClean="0"/>
              <a:t>Hierarchically expand the computer </a:t>
            </a:r>
            <a:r>
              <a:rPr lang="en-US" dirty="0" smtClean="0"/>
              <a:t>to browse folders and subfolders</a:t>
            </a:r>
            <a:r>
              <a:rPr lang="en-US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Back </a:t>
            </a:r>
            <a:r>
              <a:rPr lang="en-US" dirty="0" smtClean="0"/>
              <a:t>and Forward </a:t>
            </a:r>
            <a:r>
              <a:rPr lang="en-US" dirty="0" smtClean="0"/>
              <a:t>buttons</a:t>
            </a:r>
          </a:p>
          <a:p>
            <a:pPr marL="914400" lvl="1" indent="-514350"/>
            <a:r>
              <a:rPr lang="en-US" dirty="0" smtClean="0"/>
              <a:t>Navigate </a:t>
            </a:r>
            <a:r>
              <a:rPr lang="en-US" dirty="0" smtClean="0"/>
              <a:t>to other folders or libraries </a:t>
            </a:r>
            <a:r>
              <a:rPr lang="en-US" dirty="0" smtClean="0"/>
              <a:t>user have already visited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Toolbar</a:t>
            </a:r>
          </a:p>
          <a:p>
            <a:pPr marL="914400" lvl="1" indent="-514350"/>
            <a:r>
              <a:rPr lang="en-US" dirty="0" smtClean="0"/>
              <a:t>command icons to perform common tasks, such as changing the appearance of your files and folders, burning files to a CD, or starting a digital picture slide show. The toolbar's buttons change to show only the tasks that are relevant. 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dirty="0" smtClean="0"/>
              <a:t>Address </a:t>
            </a:r>
            <a:r>
              <a:rPr lang="en-US" dirty="0" smtClean="0"/>
              <a:t>bar</a:t>
            </a:r>
          </a:p>
          <a:p>
            <a:pPr marL="914400" lvl="1" indent="-514350"/>
            <a:r>
              <a:rPr lang="en-US" dirty="0" smtClean="0"/>
              <a:t>Show the current folder path</a:t>
            </a:r>
          </a:p>
          <a:p>
            <a:pPr marL="914400" lvl="1" indent="-514350"/>
            <a:r>
              <a:rPr lang="en-US" dirty="0" smtClean="0"/>
              <a:t>To navigate to a different folder or library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US" dirty="0" smtClean="0"/>
              <a:t>View button</a:t>
            </a:r>
          </a:p>
          <a:p>
            <a:pPr marL="914400" lvl="1" indent="-514350"/>
            <a:r>
              <a:rPr lang="en-US" dirty="0" smtClean="0"/>
              <a:t>Use </a:t>
            </a:r>
            <a:r>
              <a:rPr lang="en-US" dirty="0" smtClean="0"/>
              <a:t>to change how the files in the file list are organized. (order or group)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US" dirty="0" smtClean="0"/>
              <a:t>Preview button</a:t>
            </a:r>
          </a:p>
          <a:p>
            <a:pPr marL="914400" lvl="1" indent="-514350"/>
            <a:r>
              <a:rPr lang="en-US" dirty="0" smtClean="0"/>
              <a:t>show or hide the selected item (e‑mail message, text file, or picture.)</a:t>
            </a:r>
            <a:endParaRPr lang="en-US" dirty="0" smtClean="0"/>
          </a:p>
          <a:p>
            <a:pPr marL="514350" indent="-514350">
              <a:buFont typeface="+mj-lt"/>
              <a:buAutoNum type="arabicPeriod" startAt="4"/>
            </a:pPr>
            <a:r>
              <a:rPr lang="en-US" dirty="0" smtClean="0"/>
              <a:t>Search </a:t>
            </a:r>
            <a:r>
              <a:rPr lang="en-US" dirty="0" smtClean="0"/>
              <a:t>box</a:t>
            </a:r>
          </a:p>
          <a:p>
            <a:pPr marL="914400" lvl="1" indent="-514350"/>
            <a:r>
              <a:rPr lang="en-US" dirty="0" smtClean="0"/>
              <a:t>To search for an item by typing the name</a:t>
            </a:r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/>
              <a:t>file</a:t>
            </a:r>
            <a:r>
              <a:rPr lang="en-US" dirty="0" smtClean="0"/>
              <a:t> is an item that contains information</a:t>
            </a:r>
          </a:p>
          <a:p>
            <a:r>
              <a:rPr lang="en-US" dirty="0" smtClean="0"/>
              <a:t>Text, images, video or music</a:t>
            </a:r>
          </a:p>
          <a:p>
            <a:r>
              <a:rPr lang="en-US" dirty="0" smtClean="0"/>
              <a:t>Graphically represented by an icon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7800" y="4780584"/>
            <a:ext cx="3886200" cy="2077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 smtClean="0"/>
              <a:t>File Extension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44976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Two, three or four characters followed by period</a:t>
            </a:r>
          </a:p>
          <a:p>
            <a:r>
              <a:rPr lang="en-US" dirty="0" smtClean="0"/>
              <a:t>Helps identify the type of </a:t>
            </a:r>
            <a:r>
              <a:rPr lang="en-US" dirty="0" smtClean="0"/>
              <a:t>file</a:t>
            </a:r>
          </a:p>
          <a:p>
            <a:r>
              <a:rPr lang="en-US" dirty="0" smtClean="0"/>
              <a:t>Common file type in Windows</a:t>
            </a:r>
          </a:p>
          <a:p>
            <a:pPr lvl="1"/>
            <a:r>
              <a:rPr lang="en-US" dirty="0" smtClean="0"/>
              <a:t>.AVI	Multimedia Audio/Video</a:t>
            </a:r>
          </a:p>
          <a:p>
            <a:pPr lvl="1"/>
            <a:r>
              <a:rPr lang="en-US" dirty="0" smtClean="0"/>
              <a:t>.BAT	PC batch file</a:t>
            </a:r>
          </a:p>
          <a:p>
            <a:pPr lvl="1"/>
            <a:r>
              <a:rPr lang="en-US" dirty="0" smtClean="0"/>
              <a:t>.BMP	Windows </a:t>
            </a:r>
            <a:r>
              <a:rPr lang="en-US" dirty="0" err="1" smtClean="0"/>
              <a:t>BitMap</a:t>
            </a:r>
            <a:endParaRPr lang="en-US" dirty="0" smtClean="0"/>
          </a:p>
          <a:p>
            <a:pPr lvl="1"/>
            <a:r>
              <a:rPr lang="en-US" dirty="0" smtClean="0"/>
              <a:t>.DOC	Microsoft Word for Windows/Word97</a:t>
            </a:r>
          </a:p>
          <a:p>
            <a:pPr lvl="1"/>
            <a:r>
              <a:rPr lang="en-US" dirty="0" smtClean="0"/>
              <a:t>.EXE	PC Application</a:t>
            </a:r>
          </a:p>
          <a:p>
            <a:pPr lvl="1"/>
            <a:r>
              <a:rPr lang="en-US" dirty="0" smtClean="0"/>
              <a:t>.GIF	Graphics Interchange Format</a:t>
            </a:r>
          </a:p>
          <a:p>
            <a:pPr lvl="1"/>
            <a:r>
              <a:rPr lang="en-US" dirty="0" smtClean="0"/>
              <a:t>.JAVA	</a:t>
            </a:r>
            <a:r>
              <a:rPr lang="en-US" dirty="0" err="1" smtClean="0"/>
              <a:t>Java</a:t>
            </a:r>
            <a:r>
              <a:rPr lang="en-US" dirty="0" smtClean="0"/>
              <a:t> files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dirty="0" smtClean="0"/>
              <a:t>Organizing 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221163"/>
          </a:xfrm>
        </p:spPr>
        <p:txBody>
          <a:bodyPr/>
          <a:lstStyle/>
          <a:p>
            <a:r>
              <a:rPr lang="en-US" dirty="0" smtClean="0"/>
              <a:t>Why?</a:t>
            </a:r>
          </a:p>
          <a:p>
            <a:pPr lvl="1"/>
            <a:r>
              <a:rPr lang="en-US" dirty="0" smtClean="0"/>
              <a:t>Easy to store</a:t>
            </a:r>
          </a:p>
          <a:p>
            <a:pPr lvl="1"/>
            <a:r>
              <a:rPr lang="en-US" dirty="0" smtClean="0"/>
              <a:t>Easy to find</a:t>
            </a:r>
          </a:p>
          <a:p>
            <a:endParaRPr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705019"/>
            <a:ext cx="3835400" cy="4152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1336234"/>
            <a:ext cx="4495800" cy="5521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Folder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Folder is a container used to store files</a:t>
            </a:r>
          </a:p>
          <a:p>
            <a:endParaRPr lang="en-US" dirty="0"/>
          </a:p>
        </p:txBody>
      </p:sp>
      <p:pic>
        <p:nvPicPr>
          <p:cNvPr id="2050" name="Picture 2" descr="Picture of folder icon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14900" y="3969106"/>
            <a:ext cx="4229100" cy="2888894"/>
          </a:xfrm>
          <a:prstGeom prst="rect">
            <a:avLst/>
          </a:prstGeom>
          <a:noFill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810000"/>
            <a:ext cx="30480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 smtClean="0"/>
              <a:t>Folder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19200"/>
            <a:ext cx="8229600" cy="4221163"/>
          </a:xfrm>
        </p:spPr>
        <p:txBody>
          <a:bodyPr/>
          <a:lstStyle/>
          <a:p>
            <a:r>
              <a:rPr lang="en-US" dirty="0" smtClean="0"/>
              <a:t>Folders can also store other folders</a:t>
            </a:r>
          </a:p>
          <a:p>
            <a:r>
              <a:rPr lang="en-US" dirty="0" smtClean="0"/>
              <a:t>folder within a folder is called a </a:t>
            </a:r>
            <a:r>
              <a:rPr lang="en-US" b="1" dirty="0" smtClean="0"/>
              <a:t>subfolder</a:t>
            </a:r>
          </a:p>
          <a:p>
            <a:r>
              <a:rPr lang="en-US" dirty="0" smtClean="0"/>
              <a:t>Folders are arranged in hierarchal structure</a:t>
            </a:r>
            <a:endParaRPr lang="en-US" dirty="0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3352800"/>
            <a:ext cx="30480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953366"/>
            <a:ext cx="2743200" cy="3904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 or folder path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Specifies </a:t>
            </a:r>
            <a:r>
              <a:rPr lang="en-US" dirty="0" smtClean="0"/>
              <a:t>a unique location in a file </a:t>
            </a:r>
            <a:r>
              <a:rPr lang="en-US" dirty="0" smtClean="0"/>
              <a:t>system.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5943600"/>
            <a:ext cx="6729413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dirty="0" smtClean="0"/>
              <a:t>Creating new file or folder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r>
              <a:rPr lang="en-US" dirty="0" smtClean="0"/>
              <a:t>Right-click a blank area on the desktop or in the folder window, point to New, and then click Folder of require file type .</a:t>
            </a:r>
          </a:p>
          <a:p>
            <a:r>
              <a:rPr lang="en-US" dirty="0" smtClean="0"/>
              <a:t>Type a name for the new folder of file, and then press Enter.</a:t>
            </a:r>
            <a:endParaRPr lang="en-US" dirty="0"/>
          </a:p>
        </p:txBody>
      </p:sp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3937000"/>
            <a:ext cx="7542213" cy="269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/>
              <a:t>File and folder operations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Copy and past</a:t>
            </a:r>
          </a:p>
          <a:p>
            <a:r>
              <a:rPr lang="en-US" dirty="0" smtClean="0"/>
              <a:t>Cut and pats</a:t>
            </a:r>
          </a:p>
          <a:p>
            <a:r>
              <a:rPr lang="en-US" dirty="0" smtClean="0"/>
              <a:t>Delete </a:t>
            </a:r>
          </a:p>
          <a:p>
            <a:r>
              <a:rPr lang="en-US" dirty="0" smtClean="0"/>
              <a:t>Rename </a:t>
            </a:r>
          </a:p>
          <a:p>
            <a:endParaRPr lang="en-US" dirty="0" smtClean="0"/>
          </a:p>
          <a:p>
            <a:r>
              <a:rPr lang="en-US" dirty="0" smtClean="0"/>
              <a:t>Drag and drop</a:t>
            </a:r>
            <a:endParaRPr lang="en-US" dirty="0"/>
          </a:p>
        </p:txBody>
      </p:sp>
      <p:pic>
        <p:nvPicPr>
          <p:cNvPr id="4098" name="Picture 2" descr="Illustration showing how to drag a file from one window to anoth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81400" y="4116862"/>
            <a:ext cx="4876801" cy="2741138"/>
          </a:xfrm>
          <a:prstGeom prst="rect">
            <a:avLst/>
          </a:prstGeom>
          <a:noFill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76600" y="1371600"/>
            <a:ext cx="3182216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53200" y="2590800"/>
            <a:ext cx="1828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0" y="3886200"/>
            <a:ext cx="1524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Short cuts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A shortcut is a link to an item (such as a file, folder, or app) on your PC. </a:t>
            </a:r>
          </a:p>
          <a:p>
            <a:r>
              <a:rPr lang="en-US" dirty="0" smtClean="0"/>
              <a:t>user can easily access the item that the shortcut links to. </a:t>
            </a:r>
          </a:p>
          <a:p>
            <a:r>
              <a:rPr lang="en-US" dirty="0" smtClean="0"/>
              <a:t>Shortcuts can be distinguished from the original file by the arrow that appears </a:t>
            </a:r>
            <a:r>
              <a:rPr lang="en-US" dirty="0" smtClean="0"/>
              <a:t>over-</a:t>
            </a:r>
            <a:r>
              <a:rPr lang="en-US" dirty="0" err="1" smtClean="0"/>
              <a:t>layed</a:t>
            </a:r>
            <a:r>
              <a:rPr lang="en-US" dirty="0" smtClean="0"/>
              <a:t> </a:t>
            </a:r>
            <a:r>
              <a:rPr lang="en-US" dirty="0" smtClean="0"/>
              <a:t>on the </a:t>
            </a:r>
            <a:r>
              <a:rPr lang="en-US" dirty="0" smtClean="0"/>
              <a:t>icon</a:t>
            </a:r>
          </a:p>
          <a:p>
            <a:r>
              <a:rPr lang="en-US" dirty="0" smtClean="0"/>
              <a:t>Adding </a:t>
            </a:r>
            <a:r>
              <a:rPr lang="en-US" dirty="0" smtClean="0"/>
              <a:t>short cuts to desktop</a:t>
            </a:r>
          </a:p>
          <a:p>
            <a:pPr lvl="1"/>
            <a:r>
              <a:rPr lang="en-US" dirty="0" smtClean="0"/>
              <a:t>Right-click the </a:t>
            </a:r>
            <a:r>
              <a:rPr lang="en-US" dirty="0" smtClean="0"/>
              <a:t>item</a:t>
            </a:r>
          </a:p>
          <a:p>
            <a:pPr lvl="1"/>
            <a:r>
              <a:rPr lang="en-US" dirty="0" smtClean="0"/>
              <a:t>click </a:t>
            </a:r>
            <a:r>
              <a:rPr lang="en-US" dirty="0" smtClean="0"/>
              <a:t>Send </a:t>
            </a:r>
            <a:r>
              <a:rPr lang="en-US" dirty="0" smtClean="0"/>
              <a:t>to</a:t>
            </a:r>
          </a:p>
          <a:p>
            <a:pPr lvl="1"/>
            <a:r>
              <a:rPr lang="en-US" dirty="0" smtClean="0"/>
              <a:t>then </a:t>
            </a:r>
            <a:r>
              <a:rPr lang="en-US" dirty="0" smtClean="0"/>
              <a:t>click Desktop (create shortcut). 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 smtClean="0"/>
              <a:t>shortcut icon appears on your desktop.</a:t>
            </a:r>
            <a:endParaRPr lang="en-US" dirty="0"/>
          </a:p>
        </p:txBody>
      </p:sp>
      <p:pic>
        <p:nvPicPr>
          <p:cNvPr id="4" name="Picture 2" descr="Picture of a typical file icon and the related shortcut icon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0" y="5330190"/>
            <a:ext cx="2263421" cy="152781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Recycle Bin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Temporary </a:t>
            </a:r>
            <a:r>
              <a:rPr lang="en-US" dirty="0" smtClean="0"/>
              <a:t>storage </a:t>
            </a:r>
            <a:r>
              <a:rPr lang="en-US" dirty="0" smtClean="0"/>
              <a:t>to store the deleting files from the file manager (Windows explorer)</a:t>
            </a:r>
          </a:p>
          <a:p>
            <a:r>
              <a:rPr lang="en-US" dirty="0" smtClean="0"/>
              <a:t>When user deleting files they are automatically moving to </a:t>
            </a:r>
            <a:r>
              <a:rPr lang="en-US" dirty="0" smtClean="0"/>
              <a:t>Recycle </a:t>
            </a:r>
            <a:r>
              <a:rPr lang="en-US" dirty="0" smtClean="0"/>
              <a:t>Bin, and do not delete permanently from the storage.</a:t>
            </a:r>
          </a:p>
          <a:p>
            <a:r>
              <a:rPr lang="en-US" dirty="0" smtClean="0"/>
              <a:t>Items </a:t>
            </a:r>
            <a:r>
              <a:rPr lang="en-US" dirty="0" smtClean="0"/>
              <a:t>in the Recycle Bin remain there until </a:t>
            </a:r>
            <a:r>
              <a:rPr lang="en-US" dirty="0" smtClean="0"/>
              <a:t>permanently deleted by user</a:t>
            </a:r>
          </a:p>
          <a:p>
            <a:r>
              <a:rPr lang="en-US" dirty="0" smtClean="0"/>
              <a:t>User can bypass </a:t>
            </a:r>
            <a:r>
              <a:rPr lang="en-US" dirty="0" smtClean="0"/>
              <a:t>Recycle </a:t>
            </a:r>
            <a:r>
              <a:rPr lang="en-US" dirty="0" smtClean="0"/>
              <a:t>Bin by using Shift + Del</a:t>
            </a:r>
          </a:p>
          <a:p>
            <a:endParaRPr lang="en-US" dirty="0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43800" y="3632200"/>
            <a:ext cx="16002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Recycle Bin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Windows </a:t>
            </a:r>
            <a:r>
              <a:rPr lang="en-US" dirty="0" smtClean="0"/>
              <a:t>allocates one Recycle Bin for each partition or hard </a:t>
            </a:r>
            <a:r>
              <a:rPr lang="en-US" dirty="0" smtClean="0"/>
              <a:t>disk</a:t>
            </a:r>
          </a:p>
          <a:p>
            <a:r>
              <a:rPr lang="en-US" dirty="0" smtClean="0"/>
              <a:t>By default Windows allocates 10% for each  Recycle Bin </a:t>
            </a:r>
            <a:r>
              <a:rPr lang="en-US" dirty="0" smtClean="0"/>
              <a:t>in each </a:t>
            </a:r>
            <a:r>
              <a:rPr lang="en-US" dirty="0" smtClean="0"/>
              <a:t>partition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Default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Autofit/>
          </a:bodyPr>
          <a:lstStyle/>
          <a:p>
            <a:r>
              <a:rPr lang="en-US" sz="2800" dirty="0" smtClean="0"/>
              <a:t>Documents library. </a:t>
            </a:r>
          </a:p>
          <a:p>
            <a:pPr lvl="1"/>
            <a:r>
              <a:rPr lang="en-US" sz="2400" dirty="0" smtClean="0"/>
              <a:t>To organize and arrange word-processing documents, spreadsheets, presentations, and other text-related files.</a:t>
            </a:r>
          </a:p>
          <a:p>
            <a:pPr lvl="1"/>
            <a:r>
              <a:rPr lang="en-US" sz="2400" dirty="0" smtClean="0"/>
              <a:t>By default, files that you move, copy, or save to the Documents library are stored in the My Documents folder.</a:t>
            </a:r>
          </a:p>
          <a:p>
            <a:r>
              <a:rPr lang="en-US" sz="2800" dirty="0" smtClean="0"/>
              <a:t>Pictures library. </a:t>
            </a:r>
          </a:p>
          <a:p>
            <a:pPr lvl="1"/>
            <a:r>
              <a:rPr lang="en-US" sz="2400" dirty="0" smtClean="0"/>
              <a:t>To organize and arrange your pictures, get them from camera, scanner, or in e‑mail.</a:t>
            </a:r>
          </a:p>
          <a:p>
            <a:pPr lvl="1"/>
            <a:r>
              <a:rPr lang="en-US" sz="2400" dirty="0" smtClean="0"/>
              <a:t>By default, files that you move, copy, or save to the Pictures library are stored in the My Pictures folder.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Default libraries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Music library. </a:t>
            </a:r>
          </a:p>
          <a:p>
            <a:pPr lvl="1"/>
            <a:r>
              <a:rPr lang="en-US" dirty="0" smtClean="0"/>
              <a:t>To organize and arrange your music.</a:t>
            </a:r>
          </a:p>
          <a:p>
            <a:pPr lvl="1"/>
            <a:r>
              <a:rPr lang="en-US" dirty="0" smtClean="0"/>
              <a:t>By default, files that you move, copy, or save to the Music library are stored in the My Music folder.</a:t>
            </a:r>
          </a:p>
          <a:p>
            <a:r>
              <a:rPr lang="en-US" dirty="0" smtClean="0"/>
              <a:t>Videos library. </a:t>
            </a:r>
          </a:p>
          <a:p>
            <a:pPr lvl="1"/>
            <a:r>
              <a:rPr lang="en-US" dirty="0" smtClean="0"/>
              <a:t>To organize and arrange videos, such as clips from digital camera or camcorder, or video files that download from the Internet.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658</TotalTime>
  <Words>671</Words>
  <Application>Microsoft Office PowerPoint</Application>
  <PresentationFormat>On-screen Show (4:3)</PresentationFormat>
  <Paragraphs>103</Paragraphs>
  <Slides>20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HNDIT</vt:lpstr>
      <vt:lpstr>IT1102  Computer Hardware</vt:lpstr>
      <vt:lpstr>Desktop</vt:lpstr>
      <vt:lpstr>Taskbar</vt:lpstr>
      <vt:lpstr>Windows Explorer</vt:lpstr>
      <vt:lpstr>Slide 5</vt:lpstr>
      <vt:lpstr>Slide 6</vt:lpstr>
      <vt:lpstr>Slide 7</vt:lpstr>
      <vt:lpstr>File</vt:lpstr>
      <vt:lpstr>File Extension</vt:lpstr>
      <vt:lpstr>Organizing files</vt:lpstr>
      <vt:lpstr>Folder</vt:lpstr>
      <vt:lpstr>Folder</vt:lpstr>
      <vt:lpstr>File or folder path</vt:lpstr>
      <vt:lpstr>Creating new file or folder</vt:lpstr>
      <vt:lpstr>File and folder operations</vt:lpstr>
      <vt:lpstr>Short cuts</vt:lpstr>
      <vt:lpstr>Recycle Bin</vt:lpstr>
      <vt:lpstr>Recycle Bin</vt:lpstr>
      <vt:lpstr>Default libraries</vt:lpstr>
      <vt:lpstr>Default libraries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Janaka</dc:creator>
  <cp:lastModifiedBy>Janaka</cp:lastModifiedBy>
  <cp:revision>101</cp:revision>
  <dcterms:created xsi:type="dcterms:W3CDTF">2016-04-01T06:09:59Z</dcterms:created>
  <dcterms:modified xsi:type="dcterms:W3CDTF">2016-04-03T12:39:39Z</dcterms:modified>
</cp:coreProperties>
</file>