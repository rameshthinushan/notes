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emf" ContentType="image/x-emf"/>
  <Default Extension="xls" ContentType="application/vnd.ms-excel"/>
  <Default Extension="rels" ContentType="application/vnd.openxmlformats-package.relationships+xml"/>
  <Default Extension="xml" ContentType="application/xml"/>
  <Default Extension="wav" ContentType="audio/x-wav"/>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NP" initials="D"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p:cViewPr varScale="1">
        <p:scale>
          <a:sx n="67" d="100"/>
          <a:sy n="67" d="100"/>
        </p:scale>
        <p:origin x="1416" y="6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image" Target="../media/image1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9.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47C152-92C3-4C6A-93F2-272F35C7C59A}" type="datetimeFigureOut">
              <a:rPr lang="en-US" smtClean="0"/>
              <a:t>7/3/2018</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A38B01-8191-4D3D-8FDA-20DC1A1D82F4}" type="slidenum">
              <a:rPr lang="en-US" smtClean="0"/>
              <a:t>‹#›</a:t>
            </a:fld>
            <a:endParaRPr lang="en-US"/>
          </a:p>
        </p:txBody>
      </p:sp>
    </p:spTree>
    <p:extLst>
      <p:ext uri="{BB962C8B-B14F-4D97-AF65-F5344CB8AC3E}">
        <p14:creationId xmlns:p14="http://schemas.microsoft.com/office/powerpoint/2010/main" val="4129203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p>
        </p:txBody>
      </p:sp>
      <p:sp>
        <p:nvSpPr>
          <p:cNvPr id="358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57238" indent="-290513">
              <a:defRPr>
                <a:solidFill>
                  <a:schemeClr val="tx1"/>
                </a:solidFill>
                <a:latin typeface="Arial" panose="020B0604020202020204" pitchFamily="34" charset="0"/>
              </a:defRPr>
            </a:lvl2pPr>
            <a:lvl3pPr marL="1163638" indent="-231775">
              <a:defRPr>
                <a:solidFill>
                  <a:schemeClr val="tx1"/>
                </a:solidFill>
                <a:latin typeface="Arial" panose="020B0604020202020204" pitchFamily="34" charset="0"/>
              </a:defRPr>
            </a:lvl3pPr>
            <a:lvl4pPr marL="1630363" indent="-231775">
              <a:defRPr>
                <a:solidFill>
                  <a:schemeClr val="tx1"/>
                </a:solidFill>
                <a:latin typeface="Arial" panose="020B0604020202020204" pitchFamily="34" charset="0"/>
              </a:defRPr>
            </a:lvl4pPr>
            <a:lvl5pPr marL="2097088" indent="-231775">
              <a:defRPr>
                <a:solidFill>
                  <a:schemeClr val="tx1"/>
                </a:solidFill>
                <a:latin typeface="Arial" panose="020B0604020202020204" pitchFamily="34" charset="0"/>
              </a:defRPr>
            </a:lvl5pPr>
            <a:lvl6pPr marL="2554288" indent="-231775" eaLnBrk="0" fontAlgn="base" hangingPunct="0">
              <a:spcBef>
                <a:spcPct val="0"/>
              </a:spcBef>
              <a:spcAft>
                <a:spcPct val="0"/>
              </a:spcAft>
              <a:defRPr>
                <a:solidFill>
                  <a:schemeClr val="tx1"/>
                </a:solidFill>
                <a:latin typeface="Arial" panose="020B0604020202020204" pitchFamily="34" charset="0"/>
              </a:defRPr>
            </a:lvl6pPr>
            <a:lvl7pPr marL="3011488" indent="-231775" eaLnBrk="0" fontAlgn="base" hangingPunct="0">
              <a:spcBef>
                <a:spcPct val="0"/>
              </a:spcBef>
              <a:spcAft>
                <a:spcPct val="0"/>
              </a:spcAft>
              <a:defRPr>
                <a:solidFill>
                  <a:schemeClr val="tx1"/>
                </a:solidFill>
                <a:latin typeface="Arial" panose="020B0604020202020204" pitchFamily="34" charset="0"/>
              </a:defRPr>
            </a:lvl7pPr>
            <a:lvl8pPr marL="3468688" indent="-231775" eaLnBrk="0" fontAlgn="base" hangingPunct="0">
              <a:spcBef>
                <a:spcPct val="0"/>
              </a:spcBef>
              <a:spcAft>
                <a:spcPct val="0"/>
              </a:spcAft>
              <a:defRPr>
                <a:solidFill>
                  <a:schemeClr val="tx1"/>
                </a:solidFill>
                <a:latin typeface="Arial" panose="020B0604020202020204" pitchFamily="34" charset="0"/>
              </a:defRPr>
            </a:lvl8pPr>
            <a:lvl9pPr marL="3925888" indent="-231775" eaLnBrk="0" fontAlgn="base" hangingPunct="0">
              <a:spcBef>
                <a:spcPct val="0"/>
              </a:spcBef>
              <a:spcAft>
                <a:spcPct val="0"/>
              </a:spcAft>
              <a:defRPr>
                <a:solidFill>
                  <a:schemeClr val="tx1"/>
                </a:solidFill>
                <a:latin typeface="Arial" panose="020B0604020202020204" pitchFamily="34" charset="0"/>
              </a:defRPr>
            </a:lvl9pPr>
          </a:lstStyle>
          <a:p>
            <a:fld id="{8DFC7A06-6DB6-45BC-9F62-82FF43946274}" type="slidenum">
              <a:rPr lang="en-US" altLang="en-US" smtClean="0">
                <a:latin typeface="Times New Roman" panose="02020603050405020304" pitchFamily="18" charset="0"/>
              </a:rPr>
              <a:pPr/>
              <a:t>2</a:t>
            </a:fld>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630930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57238" indent="-290513">
              <a:defRPr>
                <a:solidFill>
                  <a:schemeClr val="tx1"/>
                </a:solidFill>
                <a:latin typeface="Arial" panose="020B0604020202020204" pitchFamily="34" charset="0"/>
              </a:defRPr>
            </a:lvl2pPr>
            <a:lvl3pPr marL="1163638" indent="-231775">
              <a:defRPr>
                <a:solidFill>
                  <a:schemeClr val="tx1"/>
                </a:solidFill>
                <a:latin typeface="Arial" panose="020B0604020202020204" pitchFamily="34" charset="0"/>
              </a:defRPr>
            </a:lvl3pPr>
            <a:lvl4pPr marL="1630363" indent="-231775">
              <a:defRPr>
                <a:solidFill>
                  <a:schemeClr val="tx1"/>
                </a:solidFill>
                <a:latin typeface="Arial" panose="020B0604020202020204" pitchFamily="34" charset="0"/>
              </a:defRPr>
            </a:lvl4pPr>
            <a:lvl5pPr marL="2097088" indent="-231775">
              <a:defRPr>
                <a:solidFill>
                  <a:schemeClr val="tx1"/>
                </a:solidFill>
                <a:latin typeface="Arial" panose="020B0604020202020204" pitchFamily="34" charset="0"/>
              </a:defRPr>
            </a:lvl5pPr>
            <a:lvl6pPr marL="2554288" indent="-231775" eaLnBrk="0" fontAlgn="base" hangingPunct="0">
              <a:spcBef>
                <a:spcPct val="0"/>
              </a:spcBef>
              <a:spcAft>
                <a:spcPct val="0"/>
              </a:spcAft>
              <a:defRPr>
                <a:solidFill>
                  <a:schemeClr val="tx1"/>
                </a:solidFill>
                <a:latin typeface="Arial" panose="020B0604020202020204" pitchFamily="34" charset="0"/>
              </a:defRPr>
            </a:lvl6pPr>
            <a:lvl7pPr marL="3011488" indent="-231775" eaLnBrk="0" fontAlgn="base" hangingPunct="0">
              <a:spcBef>
                <a:spcPct val="0"/>
              </a:spcBef>
              <a:spcAft>
                <a:spcPct val="0"/>
              </a:spcAft>
              <a:defRPr>
                <a:solidFill>
                  <a:schemeClr val="tx1"/>
                </a:solidFill>
                <a:latin typeface="Arial" panose="020B0604020202020204" pitchFamily="34" charset="0"/>
              </a:defRPr>
            </a:lvl7pPr>
            <a:lvl8pPr marL="3468688" indent="-231775" eaLnBrk="0" fontAlgn="base" hangingPunct="0">
              <a:spcBef>
                <a:spcPct val="0"/>
              </a:spcBef>
              <a:spcAft>
                <a:spcPct val="0"/>
              </a:spcAft>
              <a:defRPr>
                <a:solidFill>
                  <a:schemeClr val="tx1"/>
                </a:solidFill>
                <a:latin typeface="Arial" panose="020B0604020202020204" pitchFamily="34" charset="0"/>
              </a:defRPr>
            </a:lvl8pPr>
            <a:lvl9pPr marL="3925888" indent="-231775" eaLnBrk="0" fontAlgn="base" hangingPunct="0">
              <a:spcBef>
                <a:spcPct val="0"/>
              </a:spcBef>
              <a:spcAft>
                <a:spcPct val="0"/>
              </a:spcAft>
              <a:defRPr>
                <a:solidFill>
                  <a:schemeClr val="tx1"/>
                </a:solidFill>
                <a:latin typeface="Arial" panose="020B0604020202020204" pitchFamily="34" charset="0"/>
              </a:defRPr>
            </a:lvl9pPr>
          </a:lstStyle>
          <a:p>
            <a:fld id="{07C6EDD8-5EB9-4D70-A5B4-B54CCE90699D}" type="slidenum">
              <a:rPr lang="en-US" altLang="en-US" smtClean="0">
                <a:latin typeface="Times New Roman" panose="02020603050405020304" pitchFamily="18" charset="0"/>
              </a:rPr>
              <a:pPr/>
              <a:t>3</a:t>
            </a:fld>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934228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p>
        </p:txBody>
      </p:sp>
      <p:sp>
        <p:nvSpPr>
          <p:cNvPr id="399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57238" indent="-290513">
              <a:defRPr>
                <a:solidFill>
                  <a:schemeClr val="tx1"/>
                </a:solidFill>
                <a:latin typeface="Arial" panose="020B0604020202020204" pitchFamily="34" charset="0"/>
              </a:defRPr>
            </a:lvl2pPr>
            <a:lvl3pPr marL="1163638" indent="-231775">
              <a:defRPr>
                <a:solidFill>
                  <a:schemeClr val="tx1"/>
                </a:solidFill>
                <a:latin typeface="Arial" panose="020B0604020202020204" pitchFamily="34" charset="0"/>
              </a:defRPr>
            </a:lvl3pPr>
            <a:lvl4pPr marL="1630363" indent="-231775">
              <a:defRPr>
                <a:solidFill>
                  <a:schemeClr val="tx1"/>
                </a:solidFill>
                <a:latin typeface="Arial" panose="020B0604020202020204" pitchFamily="34" charset="0"/>
              </a:defRPr>
            </a:lvl4pPr>
            <a:lvl5pPr marL="2097088" indent="-231775">
              <a:defRPr>
                <a:solidFill>
                  <a:schemeClr val="tx1"/>
                </a:solidFill>
                <a:latin typeface="Arial" panose="020B0604020202020204" pitchFamily="34" charset="0"/>
              </a:defRPr>
            </a:lvl5pPr>
            <a:lvl6pPr marL="2554288" indent="-231775" eaLnBrk="0" fontAlgn="base" hangingPunct="0">
              <a:spcBef>
                <a:spcPct val="0"/>
              </a:spcBef>
              <a:spcAft>
                <a:spcPct val="0"/>
              </a:spcAft>
              <a:defRPr>
                <a:solidFill>
                  <a:schemeClr val="tx1"/>
                </a:solidFill>
                <a:latin typeface="Arial" panose="020B0604020202020204" pitchFamily="34" charset="0"/>
              </a:defRPr>
            </a:lvl6pPr>
            <a:lvl7pPr marL="3011488" indent="-231775" eaLnBrk="0" fontAlgn="base" hangingPunct="0">
              <a:spcBef>
                <a:spcPct val="0"/>
              </a:spcBef>
              <a:spcAft>
                <a:spcPct val="0"/>
              </a:spcAft>
              <a:defRPr>
                <a:solidFill>
                  <a:schemeClr val="tx1"/>
                </a:solidFill>
                <a:latin typeface="Arial" panose="020B0604020202020204" pitchFamily="34" charset="0"/>
              </a:defRPr>
            </a:lvl7pPr>
            <a:lvl8pPr marL="3468688" indent="-231775" eaLnBrk="0" fontAlgn="base" hangingPunct="0">
              <a:spcBef>
                <a:spcPct val="0"/>
              </a:spcBef>
              <a:spcAft>
                <a:spcPct val="0"/>
              </a:spcAft>
              <a:defRPr>
                <a:solidFill>
                  <a:schemeClr val="tx1"/>
                </a:solidFill>
                <a:latin typeface="Arial" panose="020B0604020202020204" pitchFamily="34" charset="0"/>
              </a:defRPr>
            </a:lvl8pPr>
            <a:lvl9pPr marL="3925888" indent="-231775" eaLnBrk="0" fontAlgn="base" hangingPunct="0">
              <a:spcBef>
                <a:spcPct val="0"/>
              </a:spcBef>
              <a:spcAft>
                <a:spcPct val="0"/>
              </a:spcAft>
              <a:defRPr>
                <a:solidFill>
                  <a:schemeClr val="tx1"/>
                </a:solidFill>
                <a:latin typeface="Arial" panose="020B0604020202020204" pitchFamily="34" charset="0"/>
              </a:defRPr>
            </a:lvl9pPr>
          </a:lstStyle>
          <a:p>
            <a:fld id="{0AD8E060-72D7-4105-88B1-3B18CB856461}" type="slidenum">
              <a:rPr lang="en-US" altLang="en-US" smtClean="0">
                <a:latin typeface="Times New Roman" panose="02020603050405020304" pitchFamily="18" charset="0"/>
              </a:rPr>
              <a:pPr/>
              <a:t>4</a:t>
            </a:fld>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0338855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57238" indent="-290513">
              <a:defRPr>
                <a:solidFill>
                  <a:schemeClr val="tx1"/>
                </a:solidFill>
                <a:latin typeface="Arial" panose="020B0604020202020204" pitchFamily="34" charset="0"/>
              </a:defRPr>
            </a:lvl2pPr>
            <a:lvl3pPr marL="1163638" indent="-231775">
              <a:defRPr>
                <a:solidFill>
                  <a:schemeClr val="tx1"/>
                </a:solidFill>
                <a:latin typeface="Arial" panose="020B0604020202020204" pitchFamily="34" charset="0"/>
              </a:defRPr>
            </a:lvl3pPr>
            <a:lvl4pPr marL="1630363" indent="-231775">
              <a:defRPr>
                <a:solidFill>
                  <a:schemeClr val="tx1"/>
                </a:solidFill>
                <a:latin typeface="Arial" panose="020B0604020202020204" pitchFamily="34" charset="0"/>
              </a:defRPr>
            </a:lvl4pPr>
            <a:lvl5pPr marL="2097088" indent="-231775">
              <a:defRPr>
                <a:solidFill>
                  <a:schemeClr val="tx1"/>
                </a:solidFill>
                <a:latin typeface="Arial" panose="020B0604020202020204" pitchFamily="34" charset="0"/>
              </a:defRPr>
            </a:lvl5pPr>
            <a:lvl6pPr marL="2554288" indent="-231775" eaLnBrk="0" fontAlgn="base" hangingPunct="0">
              <a:spcBef>
                <a:spcPct val="0"/>
              </a:spcBef>
              <a:spcAft>
                <a:spcPct val="0"/>
              </a:spcAft>
              <a:defRPr>
                <a:solidFill>
                  <a:schemeClr val="tx1"/>
                </a:solidFill>
                <a:latin typeface="Arial" panose="020B0604020202020204" pitchFamily="34" charset="0"/>
              </a:defRPr>
            </a:lvl6pPr>
            <a:lvl7pPr marL="3011488" indent="-231775" eaLnBrk="0" fontAlgn="base" hangingPunct="0">
              <a:spcBef>
                <a:spcPct val="0"/>
              </a:spcBef>
              <a:spcAft>
                <a:spcPct val="0"/>
              </a:spcAft>
              <a:defRPr>
                <a:solidFill>
                  <a:schemeClr val="tx1"/>
                </a:solidFill>
                <a:latin typeface="Arial" panose="020B0604020202020204" pitchFamily="34" charset="0"/>
              </a:defRPr>
            </a:lvl7pPr>
            <a:lvl8pPr marL="3468688" indent="-231775" eaLnBrk="0" fontAlgn="base" hangingPunct="0">
              <a:spcBef>
                <a:spcPct val="0"/>
              </a:spcBef>
              <a:spcAft>
                <a:spcPct val="0"/>
              </a:spcAft>
              <a:defRPr>
                <a:solidFill>
                  <a:schemeClr val="tx1"/>
                </a:solidFill>
                <a:latin typeface="Arial" panose="020B0604020202020204" pitchFamily="34" charset="0"/>
              </a:defRPr>
            </a:lvl8pPr>
            <a:lvl9pPr marL="3925888" indent="-231775" eaLnBrk="0" fontAlgn="base" hangingPunct="0">
              <a:spcBef>
                <a:spcPct val="0"/>
              </a:spcBef>
              <a:spcAft>
                <a:spcPct val="0"/>
              </a:spcAft>
              <a:defRPr>
                <a:solidFill>
                  <a:schemeClr val="tx1"/>
                </a:solidFill>
                <a:latin typeface="Arial" panose="020B0604020202020204" pitchFamily="34" charset="0"/>
              </a:defRPr>
            </a:lvl9pPr>
          </a:lstStyle>
          <a:p>
            <a:fld id="{90FCB8CF-56FC-4909-9D64-082773F93C86}" type="slidenum">
              <a:rPr lang="en-US" altLang="en-US" smtClean="0">
                <a:latin typeface="Times New Roman" panose="02020603050405020304" pitchFamily="18" charset="0"/>
              </a:rPr>
              <a:pPr/>
              <a:t>5</a:t>
            </a:fld>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6302998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57238" indent="-290513">
              <a:defRPr>
                <a:solidFill>
                  <a:schemeClr val="tx1"/>
                </a:solidFill>
                <a:latin typeface="Arial" panose="020B0604020202020204" pitchFamily="34" charset="0"/>
              </a:defRPr>
            </a:lvl2pPr>
            <a:lvl3pPr marL="1163638" indent="-231775">
              <a:defRPr>
                <a:solidFill>
                  <a:schemeClr val="tx1"/>
                </a:solidFill>
                <a:latin typeface="Arial" panose="020B0604020202020204" pitchFamily="34" charset="0"/>
              </a:defRPr>
            </a:lvl3pPr>
            <a:lvl4pPr marL="1630363" indent="-231775">
              <a:defRPr>
                <a:solidFill>
                  <a:schemeClr val="tx1"/>
                </a:solidFill>
                <a:latin typeface="Arial" panose="020B0604020202020204" pitchFamily="34" charset="0"/>
              </a:defRPr>
            </a:lvl4pPr>
            <a:lvl5pPr marL="2097088" indent="-231775">
              <a:defRPr>
                <a:solidFill>
                  <a:schemeClr val="tx1"/>
                </a:solidFill>
                <a:latin typeface="Arial" panose="020B0604020202020204" pitchFamily="34" charset="0"/>
              </a:defRPr>
            </a:lvl5pPr>
            <a:lvl6pPr marL="2554288" indent="-231775" eaLnBrk="0" fontAlgn="base" hangingPunct="0">
              <a:spcBef>
                <a:spcPct val="0"/>
              </a:spcBef>
              <a:spcAft>
                <a:spcPct val="0"/>
              </a:spcAft>
              <a:defRPr>
                <a:solidFill>
                  <a:schemeClr val="tx1"/>
                </a:solidFill>
                <a:latin typeface="Arial" panose="020B0604020202020204" pitchFamily="34" charset="0"/>
              </a:defRPr>
            </a:lvl6pPr>
            <a:lvl7pPr marL="3011488" indent="-231775" eaLnBrk="0" fontAlgn="base" hangingPunct="0">
              <a:spcBef>
                <a:spcPct val="0"/>
              </a:spcBef>
              <a:spcAft>
                <a:spcPct val="0"/>
              </a:spcAft>
              <a:defRPr>
                <a:solidFill>
                  <a:schemeClr val="tx1"/>
                </a:solidFill>
                <a:latin typeface="Arial" panose="020B0604020202020204" pitchFamily="34" charset="0"/>
              </a:defRPr>
            </a:lvl7pPr>
            <a:lvl8pPr marL="3468688" indent="-231775" eaLnBrk="0" fontAlgn="base" hangingPunct="0">
              <a:spcBef>
                <a:spcPct val="0"/>
              </a:spcBef>
              <a:spcAft>
                <a:spcPct val="0"/>
              </a:spcAft>
              <a:defRPr>
                <a:solidFill>
                  <a:schemeClr val="tx1"/>
                </a:solidFill>
                <a:latin typeface="Arial" panose="020B0604020202020204" pitchFamily="34" charset="0"/>
              </a:defRPr>
            </a:lvl8pPr>
            <a:lvl9pPr marL="3925888" indent="-231775" eaLnBrk="0" fontAlgn="base" hangingPunct="0">
              <a:spcBef>
                <a:spcPct val="0"/>
              </a:spcBef>
              <a:spcAft>
                <a:spcPct val="0"/>
              </a:spcAft>
              <a:defRPr>
                <a:solidFill>
                  <a:schemeClr val="tx1"/>
                </a:solidFill>
                <a:latin typeface="Arial" panose="020B0604020202020204" pitchFamily="34" charset="0"/>
              </a:defRPr>
            </a:lvl9pPr>
          </a:lstStyle>
          <a:p>
            <a:fld id="{2BE4220B-FC3C-4567-854B-5F0814A2116A}" type="slidenum">
              <a:rPr lang="en-US" altLang="en-US" smtClean="0">
                <a:latin typeface="Times New Roman" panose="02020603050405020304" pitchFamily="18" charset="0"/>
              </a:rPr>
              <a:pPr/>
              <a:t>6</a:t>
            </a:fld>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013949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p>
        </p:txBody>
      </p:sp>
      <p:sp>
        <p:nvSpPr>
          <p:cNvPr id="460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57238" indent="-290513">
              <a:defRPr>
                <a:solidFill>
                  <a:schemeClr val="tx1"/>
                </a:solidFill>
                <a:latin typeface="Arial" panose="020B0604020202020204" pitchFamily="34" charset="0"/>
              </a:defRPr>
            </a:lvl2pPr>
            <a:lvl3pPr marL="1163638" indent="-231775">
              <a:defRPr>
                <a:solidFill>
                  <a:schemeClr val="tx1"/>
                </a:solidFill>
                <a:latin typeface="Arial" panose="020B0604020202020204" pitchFamily="34" charset="0"/>
              </a:defRPr>
            </a:lvl3pPr>
            <a:lvl4pPr marL="1630363" indent="-231775">
              <a:defRPr>
                <a:solidFill>
                  <a:schemeClr val="tx1"/>
                </a:solidFill>
                <a:latin typeface="Arial" panose="020B0604020202020204" pitchFamily="34" charset="0"/>
              </a:defRPr>
            </a:lvl4pPr>
            <a:lvl5pPr marL="2097088" indent="-231775">
              <a:defRPr>
                <a:solidFill>
                  <a:schemeClr val="tx1"/>
                </a:solidFill>
                <a:latin typeface="Arial" panose="020B0604020202020204" pitchFamily="34" charset="0"/>
              </a:defRPr>
            </a:lvl5pPr>
            <a:lvl6pPr marL="2554288" indent="-231775" eaLnBrk="0" fontAlgn="base" hangingPunct="0">
              <a:spcBef>
                <a:spcPct val="0"/>
              </a:spcBef>
              <a:spcAft>
                <a:spcPct val="0"/>
              </a:spcAft>
              <a:defRPr>
                <a:solidFill>
                  <a:schemeClr val="tx1"/>
                </a:solidFill>
                <a:latin typeface="Arial" panose="020B0604020202020204" pitchFamily="34" charset="0"/>
              </a:defRPr>
            </a:lvl6pPr>
            <a:lvl7pPr marL="3011488" indent="-231775" eaLnBrk="0" fontAlgn="base" hangingPunct="0">
              <a:spcBef>
                <a:spcPct val="0"/>
              </a:spcBef>
              <a:spcAft>
                <a:spcPct val="0"/>
              </a:spcAft>
              <a:defRPr>
                <a:solidFill>
                  <a:schemeClr val="tx1"/>
                </a:solidFill>
                <a:latin typeface="Arial" panose="020B0604020202020204" pitchFamily="34" charset="0"/>
              </a:defRPr>
            </a:lvl7pPr>
            <a:lvl8pPr marL="3468688" indent="-231775" eaLnBrk="0" fontAlgn="base" hangingPunct="0">
              <a:spcBef>
                <a:spcPct val="0"/>
              </a:spcBef>
              <a:spcAft>
                <a:spcPct val="0"/>
              </a:spcAft>
              <a:defRPr>
                <a:solidFill>
                  <a:schemeClr val="tx1"/>
                </a:solidFill>
                <a:latin typeface="Arial" panose="020B0604020202020204" pitchFamily="34" charset="0"/>
              </a:defRPr>
            </a:lvl8pPr>
            <a:lvl9pPr marL="3925888" indent="-231775" eaLnBrk="0" fontAlgn="base" hangingPunct="0">
              <a:spcBef>
                <a:spcPct val="0"/>
              </a:spcBef>
              <a:spcAft>
                <a:spcPct val="0"/>
              </a:spcAft>
              <a:defRPr>
                <a:solidFill>
                  <a:schemeClr val="tx1"/>
                </a:solidFill>
                <a:latin typeface="Arial" panose="020B0604020202020204" pitchFamily="34" charset="0"/>
              </a:defRPr>
            </a:lvl9pPr>
          </a:lstStyle>
          <a:p>
            <a:fld id="{B979517B-59CB-4E78-96BE-150917F8DDE7}" type="slidenum">
              <a:rPr lang="en-US" altLang="en-US" smtClean="0">
                <a:latin typeface="Times New Roman" panose="02020603050405020304" pitchFamily="18" charset="0"/>
              </a:rPr>
              <a:pPr/>
              <a:t>7</a:t>
            </a:fld>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6763805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563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57238" indent="-290513">
              <a:defRPr>
                <a:solidFill>
                  <a:schemeClr val="tx1"/>
                </a:solidFill>
                <a:latin typeface="Arial" panose="020B0604020202020204" pitchFamily="34" charset="0"/>
              </a:defRPr>
            </a:lvl2pPr>
            <a:lvl3pPr marL="1163638" indent="-231775">
              <a:defRPr>
                <a:solidFill>
                  <a:schemeClr val="tx1"/>
                </a:solidFill>
                <a:latin typeface="Arial" panose="020B0604020202020204" pitchFamily="34" charset="0"/>
              </a:defRPr>
            </a:lvl3pPr>
            <a:lvl4pPr marL="1630363" indent="-231775">
              <a:defRPr>
                <a:solidFill>
                  <a:schemeClr val="tx1"/>
                </a:solidFill>
                <a:latin typeface="Arial" panose="020B0604020202020204" pitchFamily="34" charset="0"/>
              </a:defRPr>
            </a:lvl4pPr>
            <a:lvl5pPr marL="2097088" indent="-231775">
              <a:defRPr>
                <a:solidFill>
                  <a:schemeClr val="tx1"/>
                </a:solidFill>
                <a:latin typeface="Arial" panose="020B0604020202020204" pitchFamily="34" charset="0"/>
              </a:defRPr>
            </a:lvl5pPr>
            <a:lvl6pPr marL="2554288" indent="-231775" eaLnBrk="0" fontAlgn="base" hangingPunct="0">
              <a:spcBef>
                <a:spcPct val="0"/>
              </a:spcBef>
              <a:spcAft>
                <a:spcPct val="0"/>
              </a:spcAft>
              <a:defRPr>
                <a:solidFill>
                  <a:schemeClr val="tx1"/>
                </a:solidFill>
                <a:latin typeface="Arial" panose="020B0604020202020204" pitchFamily="34" charset="0"/>
              </a:defRPr>
            </a:lvl6pPr>
            <a:lvl7pPr marL="3011488" indent="-231775" eaLnBrk="0" fontAlgn="base" hangingPunct="0">
              <a:spcBef>
                <a:spcPct val="0"/>
              </a:spcBef>
              <a:spcAft>
                <a:spcPct val="0"/>
              </a:spcAft>
              <a:defRPr>
                <a:solidFill>
                  <a:schemeClr val="tx1"/>
                </a:solidFill>
                <a:latin typeface="Arial" panose="020B0604020202020204" pitchFamily="34" charset="0"/>
              </a:defRPr>
            </a:lvl7pPr>
            <a:lvl8pPr marL="3468688" indent="-231775" eaLnBrk="0" fontAlgn="base" hangingPunct="0">
              <a:spcBef>
                <a:spcPct val="0"/>
              </a:spcBef>
              <a:spcAft>
                <a:spcPct val="0"/>
              </a:spcAft>
              <a:defRPr>
                <a:solidFill>
                  <a:schemeClr val="tx1"/>
                </a:solidFill>
                <a:latin typeface="Arial" panose="020B0604020202020204" pitchFamily="34" charset="0"/>
              </a:defRPr>
            </a:lvl8pPr>
            <a:lvl9pPr marL="3925888" indent="-231775" eaLnBrk="0" fontAlgn="base" hangingPunct="0">
              <a:spcBef>
                <a:spcPct val="0"/>
              </a:spcBef>
              <a:spcAft>
                <a:spcPct val="0"/>
              </a:spcAft>
              <a:defRPr>
                <a:solidFill>
                  <a:schemeClr val="tx1"/>
                </a:solidFill>
                <a:latin typeface="Arial" panose="020B0604020202020204" pitchFamily="34" charset="0"/>
              </a:defRPr>
            </a:lvl9pPr>
          </a:lstStyle>
          <a:p>
            <a:fld id="{3F9D759F-0656-426B-B43B-1747DC73B736}" type="slidenum">
              <a:rPr lang="en-US" altLang="en-US" smtClean="0">
                <a:latin typeface="Times New Roman" panose="02020603050405020304" pitchFamily="18" charset="0"/>
              </a:rPr>
              <a:pPr/>
              <a:t>16</a:t>
            </a:fld>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40650632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57238" indent="-290513">
              <a:defRPr>
                <a:solidFill>
                  <a:schemeClr val="tx1"/>
                </a:solidFill>
                <a:latin typeface="Arial" panose="020B0604020202020204" pitchFamily="34" charset="0"/>
              </a:defRPr>
            </a:lvl2pPr>
            <a:lvl3pPr marL="1163638" indent="-231775">
              <a:defRPr>
                <a:solidFill>
                  <a:schemeClr val="tx1"/>
                </a:solidFill>
                <a:latin typeface="Arial" panose="020B0604020202020204" pitchFamily="34" charset="0"/>
              </a:defRPr>
            </a:lvl3pPr>
            <a:lvl4pPr marL="1630363" indent="-231775">
              <a:defRPr>
                <a:solidFill>
                  <a:schemeClr val="tx1"/>
                </a:solidFill>
                <a:latin typeface="Arial" panose="020B0604020202020204" pitchFamily="34" charset="0"/>
              </a:defRPr>
            </a:lvl4pPr>
            <a:lvl5pPr marL="2097088" indent="-231775">
              <a:defRPr>
                <a:solidFill>
                  <a:schemeClr val="tx1"/>
                </a:solidFill>
                <a:latin typeface="Arial" panose="020B0604020202020204" pitchFamily="34" charset="0"/>
              </a:defRPr>
            </a:lvl5pPr>
            <a:lvl6pPr marL="2554288" indent="-231775" eaLnBrk="0" fontAlgn="base" hangingPunct="0">
              <a:spcBef>
                <a:spcPct val="0"/>
              </a:spcBef>
              <a:spcAft>
                <a:spcPct val="0"/>
              </a:spcAft>
              <a:defRPr>
                <a:solidFill>
                  <a:schemeClr val="tx1"/>
                </a:solidFill>
                <a:latin typeface="Arial" panose="020B0604020202020204" pitchFamily="34" charset="0"/>
              </a:defRPr>
            </a:lvl6pPr>
            <a:lvl7pPr marL="3011488" indent="-231775" eaLnBrk="0" fontAlgn="base" hangingPunct="0">
              <a:spcBef>
                <a:spcPct val="0"/>
              </a:spcBef>
              <a:spcAft>
                <a:spcPct val="0"/>
              </a:spcAft>
              <a:defRPr>
                <a:solidFill>
                  <a:schemeClr val="tx1"/>
                </a:solidFill>
                <a:latin typeface="Arial" panose="020B0604020202020204" pitchFamily="34" charset="0"/>
              </a:defRPr>
            </a:lvl7pPr>
            <a:lvl8pPr marL="3468688" indent="-231775" eaLnBrk="0" fontAlgn="base" hangingPunct="0">
              <a:spcBef>
                <a:spcPct val="0"/>
              </a:spcBef>
              <a:spcAft>
                <a:spcPct val="0"/>
              </a:spcAft>
              <a:defRPr>
                <a:solidFill>
                  <a:schemeClr val="tx1"/>
                </a:solidFill>
                <a:latin typeface="Arial" panose="020B0604020202020204" pitchFamily="34" charset="0"/>
              </a:defRPr>
            </a:lvl8pPr>
            <a:lvl9pPr marL="3925888" indent="-231775" eaLnBrk="0" fontAlgn="base" hangingPunct="0">
              <a:spcBef>
                <a:spcPct val="0"/>
              </a:spcBef>
              <a:spcAft>
                <a:spcPct val="0"/>
              </a:spcAft>
              <a:defRPr>
                <a:solidFill>
                  <a:schemeClr val="tx1"/>
                </a:solidFill>
                <a:latin typeface="Arial" panose="020B0604020202020204" pitchFamily="34" charset="0"/>
              </a:defRPr>
            </a:lvl9pPr>
          </a:lstStyle>
          <a:p>
            <a:fld id="{ECD545EB-6F01-4EE4-9ACD-704B2A1F300E}" type="slidenum">
              <a:rPr lang="en-US" altLang="en-US" smtClean="0">
                <a:latin typeface="Times New Roman" panose="02020603050405020304" pitchFamily="18" charset="0"/>
              </a:rPr>
              <a:pPr/>
              <a:t>21</a:t>
            </a:fld>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9925796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p>
        </p:txBody>
      </p:sp>
      <p:sp>
        <p:nvSpPr>
          <p:cNvPr id="665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57238" indent="-290513">
              <a:defRPr>
                <a:solidFill>
                  <a:schemeClr val="tx1"/>
                </a:solidFill>
                <a:latin typeface="Arial" panose="020B0604020202020204" pitchFamily="34" charset="0"/>
              </a:defRPr>
            </a:lvl2pPr>
            <a:lvl3pPr marL="1163638" indent="-231775">
              <a:defRPr>
                <a:solidFill>
                  <a:schemeClr val="tx1"/>
                </a:solidFill>
                <a:latin typeface="Arial" panose="020B0604020202020204" pitchFamily="34" charset="0"/>
              </a:defRPr>
            </a:lvl3pPr>
            <a:lvl4pPr marL="1630363" indent="-231775">
              <a:defRPr>
                <a:solidFill>
                  <a:schemeClr val="tx1"/>
                </a:solidFill>
                <a:latin typeface="Arial" panose="020B0604020202020204" pitchFamily="34" charset="0"/>
              </a:defRPr>
            </a:lvl4pPr>
            <a:lvl5pPr marL="2097088" indent="-231775">
              <a:defRPr>
                <a:solidFill>
                  <a:schemeClr val="tx1"/>
                </a:solidFill>
                <a:latin typeface="Arial" panose="020B0604020202020204" pitchFamily="34" charset="0"/>
              </a:defRPr>
            </a:lvl5pPr>
            <a:lvl6pPr marL="2554288" indent="-231775" eaLnBrk="0" fontAlgn="base" hangingPunct="0">
              <a:spcBef>
                <a:spcPct val="0"/>
              </a:spcBef>
              <a:spcAft>
                <a:spcPct val="0"/>
              </a:spcAft>
              <a:defRPr>
                <a:solidFill>
                  <a:schemeClr val="tx1"/>
                </a:solidFill>
                <a:latin typeface="Arial" panose="020B0604020202020204" pitchFamily="34" charset="0"/>
              </a:defRPr>
            </a:lvl6pPr>
            <a:lvl7pPr marL="3011488" indent="-231775" eaLnBrk="0" fontAlgn="base" hangingPunct="0">
              <a:spcBef>
                <a:spcPct val="0"/>
              </a:spcBef>
              <a:spcAft>
                <a:spcPct val="0"/>
              </a:spcAft>
              <a:defRPr>
                <a:solidFill>
                  <a:schemeClr val="tx1"/>
                </a:solidFill>
                <a:latin typeface="Arial" panose="020B0604020202020204" pitchFamily="34" charset="0"/>
              </a:defRPr>
            </a:lvl7pPr>
            <a:lvl8pPr marL="3468688" indent="-231775" eaLnBrk="0" fontAlgn="base" hangingPunct="0">
              <a:spcBef>
                <a:spcPct val="0"/>
              </a:spcBef>
              <a:spcAft>
                <a:spcPct val="0"/>
              </a:spcAft>
              <a:defRPr>
                <a:solidFill>
                  <a:schemeClr val="tx1"/>
                </a:solidFill>
                <a:latin typeface="Arial" panose="020B0604020202020204" pitchFamily="34" charset="0"/>
              </a:defRPr>
            </a:lvl8pPr>
            <a:lvl9pPr marL="3925888" indent="-231775" eaLnBrk="0" fontAlgn="base" hangingPunct="0">
              <a:spcBef>
                <a:spcPct val="0"/>
              </a:spcBef>
              <a:spcAft>
                <a:spcPct val="0"/>
              </a:spcAft>
              <a:defRPr>
                <a:solidFill>
                  <a:schemeClr val="tx1"/>
                </a:solidFill>
                <a:latin typeface="Arial" panose="020B0604020202020204" pitchFamily="34" charset="0"/>
              </a:defRPr>
            </a:lvl9pPr>
          </a:lstStyle>
          <a:p>
            <a:fld id="{7DD45F03-D1D7-4639-9C56-47A15B19354A}" type="slidenum">
              <a:rPr lang="en-US" altLang="en-US" smtClean="0">
                <a:latin typeface="Times New Roman" panose="02020603050405020304" pitchFamily="18" charset="0"/>
              </a:rPr>
              <a:pPr/>
              <a:t>24</a:t>
            </a:fld>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4223093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smtClean="0"/>
              <a:t>dgffhghgh</a:t>
            </a:r>
          </a:p>
        </p:txBody>
      </p:sp>
      <p:sp>
        <p:nvSpPr>
          <p:cNvPr id="686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57238" indent="-290513">
              <a:defRPr>
                <a:solidFill>
                  <a:schemeClr val="tx1"/>
                </a:solidFill>
                <a:latin typeface="Arial" panose="020B0604020202020204" pitchFamily="34" charset="0"/>
              </a:defRPr>
            </a:lvl2pPr>
            <a:lvl3pPr marL="1163638" indent="-231775">
              <a:defRPr>
                <a:solidFill>
                  <a:schemeClr val="tx1"/>
                </a:solidFill>
                <a:latin typeface="Arial" panose="020B0604020202020204" pitchFamily="34" charset="0"/>
              </a:defRPr>
            </a:lvl3pPr>
            <a:lvl4pPr marL="1630363" indent="-231775">
              <a:defRPr>
                <a:solidFill>
                  <a:schemeClr val="tx1"/>
                </a:solidFill>
                <a:latin typeface="Arial" panose="020B0604020202020204" pitchFamily="34" charset="0"/>
              </a:defRPr>
            </a:lvl4pPr>
            <a:lvl5pPr marL="2097088" indent="-231775">
              <a:defRPr>
                <a:solidFill>
                  <a:schemeClr val="tx1"/>
                </a:solidFill>
                <a:latin typeface="Arial" panose="020B0604020202020204" pitchFamily="34" charset="0"/>
              </a:defRPr>
            </a:lvl5pPr>
            <a:lvl6pPr marL="2554288" indent="-231775" eaLnBrk="0" fontAlgn="base" hangingPunct="0">
              <a:spcBef>
                <a:spcPct val="0"/>
              </a:spcBef>
              <a:spcAft>
                <a:spcPct val="0"/>
              </a:spcAft>
              <a:defRPr>
                <a:solidFill>
                  <a:schemeClr val="tx1"/>
                </a:solidFill>
                <a:latin typeface="Arial" panose="020B0604020202020204" pitchFamily="34" charset="0"/>
              </a:defRPr>
            </a:lvl6pPr>
            <a:lvl7pPr marL="3011488" indent="-231775" eaLnBrk="0" fontAlgn="base" hangingPunct="0">
              <a:spcBef>
                <a:spcPct val="0"/>
              </a:spcBef>
              <a:spcAft>
                <a:spcPct val="0"/>
              </a:spcAft>
              <a:defRPr>
                <a:solidFill>
                  <a:schemeClr val="tx1"/>
                </a:solidFill>
                <a:latin typeface="Arial" panose="020B0604020202020204" pitchFamily="34" charset="0"/>
              </a:defRPr>
            </a:lvl7pPr>
            <a:lvl8pPr marL="3468688" indent="-231775" eaLnBrk="0" fontAlgn="base" hangingPunct="0">
              <a:spcBef>
                <a:spcPct val="0"/>
              </a:spcBef>
              <a:spcAft>
                <a:spcPct val="0"/>
              </a:spcAft>
              <a:defRPr>
                <a:solidFill>
                  <a:schemeClr val="tx1"/>
                </a:solidFill>
                <a:latin typeface="Arial" panose="020B0604020202020204" pitchFamily="34" charset="0"/>
              </a:defRPr>
            </a:lvl8pPr>
            <a:lvl9pPr marL="3925888" indent="-231775" eaLnBrk="0" fontAlgn="base" hangingPunct="0">
              <a:spcBef>
                <a:spcPct val="0"/>
              </a:spcBef>
              <a:spcAft>
                <a:spcPct val="0"/>
              </a:spcAft>
              <a:defRPr>
                <a:solidFill>
                  <a:schemeClr val="tx1"/>
                </a:solidFill>
                <a:latin typeface="Arial" panose="020B0604020202020204" pitchFamily="34" charset="0"/>
              </a:defRPr>
            </a:lvl9pPr>
          </a:lstStyle>
          <a:p>
            <a:fld id="{31423366-2D44-4961-957D-67D55280E2BF}" type="slidenum">
              <a:rPr lang="en-US" altLang="en-US" smtClean="0">
                <a:latin typeface="Times New Roman" panose="02020603050405020304" pitchFamily="18" charset="0"/>
              </a:rPr>
              <a:pPr/>
              <a:t>25</a:t>
            </a:fld>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6513011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706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57238" indent="-290513">
              <a:defRPr>
                <a:solidFill>
                  <a:schemeClr val="tx1"/>
                </a:solidFill>
                <a:latin typeface="Arial" panose="020B0604020202020204" pitchFamily="34" charset="0"/>
              </a:defRPr>
            </a:lvl2pPr>
            <a:lvl3pPr marL="1163638" indent="-231775">
              <a:defRPr>
                <a:solidFill>
                  <a:schemeClr val="tx1"/>
                </a:solidFill>
                <a:latin typeface="Arial" panose="020B0604020202020204" pitchFamily="34" charset="0"/>
              </a:defRPr>
            </a:lvl3pPr>
            <a:lvl4pPr marL="1630363" indent="-231775">
              <a:defRPr>
                <a:solidFill>
                  <a:schemeClr val="tx1"/>
                </a:solidFill>
                <a:latin typeface="Arial" panose="020B0604020202020204" pitchFamily="34" charset="0"/>
              </a:defRPr>
            </a:lvl4pPr>
            <a:lvl5pPr marL="2097088" indent="-231775">
              <a:defRPr>
                <a:solidFill>
                  <a:schemeClr val="tx1"/>
                </a:solidFill>
                <a:latin typeface="Arial" panose="020B0604020202020204" pitchFamily="34" charset="0"/>
              </a:defRPr>
            </a:lvl5pPr>
            <a:lvl6pPr marL="2554288" indent="-231775" eaLnBrk="0" fontAlgn="base" hangingPunct="0">
              <a:spcBef>
                <a:spcPct val="0"/>
              </a:spcBef>
              <a:spcAft>
                <a:spcPct val="0"/>
              </a:spcAft>
              <a:defRPr>
                <a:solidFill>
                  <a:schemeClr val="tx1"/>
                </a:solidFill>
                <a:latin typeface="Arial" panose="020B0604020202020204" pitchFamily="34" charset="0"/>
              </a:defRPr>
            </a:lvl6pPr>
            <a:lvl7pPr marL="3011488" indent="-231775" eaLnBrk="0" fontAlgn="base" hangingPunct="0">
              <a:spcBef>
                <a:spcPct val="0"/>
              </a:spcBef>
              <a:spcAft>
                <a:spcPct val="0"/>
              </a:spcAft>
              <a:defRPr>
                <a:solidFill>
                  <a:schemeClr val="tx1"/>
                </a:solidFill>
                <a:latin typeface="Arial" panose="020B0604020202020204" pitchFamily="34" charset="0"/>
              </a:defRPr>
            </a:lvl7pPr>
            <a:lvl8pPr marL="3468688" indent="-231775" eaLnBrk="0" fontAlgn="base" hangingPunct="0">
              <a:spcBef>
                <a:spcPct val="0"/>
              </a:spcBef>
              <a:spcAft>
                <a:spcPct val="0"/>
              </a:spcAft>
              <a:defRPr>
                <a:solidFill>
                  <a:schemeClr val="tx1"/>
                </a:solidFill>
                <a:latin typeface="Arial" panose="020B0604020202020204" pitchFamily="34" charset="0"/>
              </a:defRPr>
            </a:lvl8pPr>
            <a:lvl9pPr marL="3925888" indent="-231775" eaLnBrk="0" fontAlgn="base" hangingPunct="0">
              <a:spcBef>
                <a:spcPct val="0"/>
              </a:spcBef>
              <a:spcAft>
                <a:spcPct val="0"/>
              </a:spcAft>
              <a:defRPr>
                <a:solidFill>
                  <a:schemeClr val="tx1"/>
                </a:solidFill>
                <a:latin typeface="Arial" panose="020B0604020202020204" pitchFamily="34" charset="0"/>
              </a:defRPr>
            </a:lvl9pPr>
          </a:lstStyle>
          <a:p>
            <a:fld id="{05C442C6-7C5F-4F3E-9783-E8B4313B7CD8}" type="slidenum">
              <a:rPr lang="en-US" altLang="en-US" smtClean="0">
                <a:latin typeface="Times New Roman" panose="02020603050405020304" pitchFamily="18" charset="0"/>
              </a:rPr>
              <a:pPr/>
              <a:t>26</a:t>
            </a:fld>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7263687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57238" indent="-290513">
              <a:defRPr>
                <a:solidFill>
                  <a:schemeClr val="tx1"/>
                </a:solidFill>
                <a:latin typeface="Arial" panose="020B0604020202020204" pitchFamily="34" charset="0"/>
              </a:defRPr>
            </a:lvl2pPr>
            <a:lvl3pPr marL="1163638" indent="-231775">
              <a:defRPr>
                <a:solidFill>
                  <a:schemeClr val="tx1"/>
                </a:solidFill>
                <a:latin typeface="Arial" panose="020B0604020202020204" pitchFamily="34" charset="0"/>
              </a:defRPr>
            </a:lvl3pPr>
            <a:lvl4pPr marL="1630363" indent="-231775">
              <a:defRPr>
                <a:solidFill>
                  <a:schemeClr val="tx1"/>
                </a:solidFill>
                <a:latin typeface="Arial" panose="020B0604020202020204" pitchFamily="34" charset="0"/>
              </a:defRPr>
            </a:lvl4pPr>
            <a:lvl5pPr marL="2097088" indent="-231775">
              <a:defRPr>
                <a:solidFill>
                  <a:schemeClr val="tx1"/>
                </a:solidFill>
                <a:latin typeface="Arial" panose="020B0604020202020204" pitchFamily="34" charset="0"/>
              </a:defRPr>
            </a:lvl5pPr>
            <a:lvl6pPr marL="2554288" indent="-231775" eaLnBrk="0" fontAlgn="base" hangingPunct="0">
              <a:spcBef>
                <a:spcPct val="0"/>
              </a:spcBef>
              <a:spcAft>
                <a:spcPct val="0"/>
              </a:spcAft>
              <a:defRPr>
                <a:solidFill>
                  <a:schemeClr val="tx1"/>
                </a:solidFill>
                <a:latin typeface="Arial" panose="020B0604020202020204" pitchFamily="34" charset="0"/>
              </a:defRPr>
            </a:lvl6pPr>
            <a:lvl7pPr marL="3011488" indent="-231775" eaLnBrk="0" fontAlgn="base" hangingPunct="0">
              <a:spcBef>
                <a:spcPct val="0"/>
              </a:spcBef>
              <a:spcAft>
                <a:spcPct val="0"/>
              </a:spcAft>
              <a:defRPr>
                <a:solidFill>
                  <a:schemeClr val="tx1"/>
                </a:solidFill>
                <a:latin typeface="Arial" panose="020B0604020202020204" pitchFamily="34" charset="0"/>
              </a:defRPr>
            </a:lvl7pPr>
            <a:lvl8pPr marL="3468688" indent="-231775" eaLnBrk="0" fontAlgn="base" hangingPunct="0">
              <a:spcBef>
                <a:spcPct val="0"/>
              </a:spcBef>
              <a:spcAft>
                <a:spcPct val="0"/>
              </a:spcAft>
              <a:defRPr>
                <a:solidFill>
                  <a:schemeClr val="tx1"/>
                </a:solidFill>
                <a:latin typeface="Arial" panose="020B0604020202020204" pitchFamily="34" charset="0"/>
              </a:defRPr>
            </a:lvl8pPr>
            <a:lvl9pPr marL="3925888" indent="-231775" eaLnBrk="0" fontAlgn="base" hangingPunct="0">
              <a:spcBef>
                <a:spcPct val="0"/>
              </a:spcBef>
              <a:spcAft>
                <a:spcPct val="0"/>
              </a:spcAft>
              <a:defRPr>
                <a:solidFill>
                  <a:schemeClr val="tx1"/>
                </a:solidFill>
                <a:latin typeface="Arial" panose="020B0604020202020204" pitchFamily="34" charset="0"/>
              </a:defRPr>
            </a:lvl9pPr>
          </a:lstStyle>
          <a:p>
            <a:fld id="{B95797DD-F525-48C0-994E-D51C6C3807EB}" type="slidenum">
              <a:rPr lang="en-US" altLang="en-US" smtClean="0">
                <a:latin typeface="Times New Roman" panose="02020603050405020304" pitchFamily="18" charset="0"/>
              </a:rPr>
              <a:pPr/>
              <a:t>41</a:t>
            </a:fld>
            <a:endParaRPr lang="en-US" altLang="en-US" smtClean="0">
              <a:latin typeface="Times New Roman" panose="02020603050405020304" pitchFamily="18"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5458608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057400"/>
            <a:ext cx="9144000" cy="2566851"/>
          </a:xfrm>
          <a:prstGeom prst="rect">
            <a:avLst/>
          </a:prstGeom>
        </p:spPr>
      </p:pic>
      <p:sp>
        <p:nvSpPr>
          <p:cNvPr id="4" name="Date Placeholder 3"/>
          <p:cNvSpPr>
            <a:spLocks noGrp="1"/>
          </p:cNvSpPr>
          <p:nvPr>
            <p:ph type="dt" sz="half" idx="10"/>
          </p:nvPr>
        </p:nvSpPr>
        <p:spPr/>
        <p:txBody>
          <a:bodyPr/>
          <a:lstStyle/>
          <a:p>
            <a:fld id="{1A8DD56F-A681-4805-A5A2-3EFEAD22C2F4}" type="datetimeFigureOut">
              <a:rPr lang="en-US" smtClean="0"/>
              <a:t>7/3/2018</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4953000" y="23622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8DD56F-A681-4805-A5A2-3EFEAD22C2F4}" type="datetimeFigureOut">
              <a:rPr lang="en-US" smtClean="0"/>
              <a:t>7/3/2018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A8DD56F-A681-4805-A5A2-3EFEAD22C2F4}" type="datetimeFigureOut">
              <a:rPr lang="en-US" smtClean="0"/>
              <a:t>7/3/2018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A8DD56F-A681-4805-A5A2-3EFEAD22C2F4}" type="datetimeFigureOut">
              <a:rPr lang="en-US" smtClean="0"/>
              <a:t>7/3/2018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A8DD56F-A681-4805-A5A2-3EFEAD22C2F4}" type="datetimeFigureOut">
              <a:rPr lang="en-US" smtClean="0"/>
              <a:t>7/3/2018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A8DD56F-A681-4805-A5A2-3EFEAD22C2F4}" type="datetimeFigureOut">
              <a:rPr lang="en-US" smtClean="0"/>
              <a:t>7/3/2018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8DD56F-A681-4805-A5A2-3EFEAD22C2F4}" type="datetimeFigureOut">
              <a:rPr lang="en-US" smtClean="0"/>
              <a:t>7/3/2018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8DD56F-A681-4805-A5A2-3EFEAD22C2F4}" type="datetimeFigureOut">
              <a:rPr lang="en-US" smtClean="0"/>
              <a:t>7/3/2018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8DD56F-A681-4805-A5A2-3EFEAD22C2F4}" type="datetimeFigureOut">
              <a:rPr lang="en-US" smtClean="0"/>
              <a:t>7/3/2018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8DD56F-A681-4805-A5A2-3EFEAD22C2F4}" type="datetimeFigureOut">
              <a:rPr lang="en-US" smtClean="0"/>
              <a:t>7/3/2018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8DD56F-A681-4805-A5A2-3EFEAD22C2F4}" type="datetimeFigureOut">
              <a:rPr lang="en-US" smtClean="0"/>
              <a:t>7/3/2018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28613519"/>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64C50168-621B-4A41-B596-1D0176DE79D2}"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60F65F0B-9E2E-4795-82F0-9479B117C7AB}" type="slidenum">
              <a:rPr lang="en-US" altLang="en-US"/>
              <a:pPr>
                <a:defRPr/>
              </a:pPr>
              <a:t>‹#›</a:t>
            </a:fld>
            <a:endParaRPr lang="en-US" altLang="en-US"/>
          </a:p>
        </p:txBody>
      </p:sp>
    </p:spTree>
    <p:extLst>
      <p:ext uri="{BB962C8B-B14F-4D97-AF65-F5344CB8AC3E}">
        <p14:creationId xmlns:p14="http://schemas.microsoft.com/office/powerpoint/2010/main" val="33265724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1A927212-3EBA-4BD3-952D-E0DA50835693}"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38A65D3D-5A65-4725-9C9C-06499AD770FB}" type="slidenum">
              <a:rPr lang="en-US" altLang="en-US"/>
              <a:pPr>
                <a:defRPr/>
              </a:pPr>
              <a:t>‹#›</a:t>
            </a:fld>
            <a:endParaRPr lang="en-US" altLang="en-US"/>
          </a:p>
        </p:txBody>
      </p:sp>
    </p:spTree>
    <p:extLst>
      <p:ext uri="{BB962C8B-B14F-4D97-AF65-F5344CB8AC3E}">
        <p14:creationId xmlns:p14="http://schemas.microsoft.com/office/powerpoint/2010/main" val="2950563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7D05DA33-326B-4FD3-99F8-F3CC39C7DA6B}"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41A8721A-1903-4C57-B7A3-F7CC27B4FF6E}" type="slidenum">
              <a:rPr lang="en-US" altLang="en-US"/>
              <a:pPr>
                <a:defRPr/>
              </a:pPr>
              <a:t>‹#›</a:t>
            </a:fld>
            <a:endParaRPr lang="en-US" altLang="en-US"/>
          </a:p>
        </p:txBody>
      </p:sp>
    </p:spTree>
    <p:extLst>
      <p:ext uri="{BB962C8B-B14F-4D97-AF65-F5344CB8AC3E}">
        <p14:creationId xmlns:p14="http://schemas.microsoft.com/office/powerpoint/2010/main" val="17783699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90E49353-7337-4FC3-9F85-B2C7C003D8CA}"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AF3FEC6D-E500-498F-AF02-8B74D5A4FD0B}" type="slidenum">
              <a:rPr lang="en-US" altLang="en-US"/>
              <a:pPr>
                <a:defRPr/>
              </a:pPr>
              <a:t>‹#›</a:t>
            </a:fld>
            <a:endParaRPr lang="en-US" altLang="en-US"/>
          </a:p>
        </p:txBody>
      </p:sp>
    </p:spTree>
    <p:extLst>
      <p:ext uri="{BB962C8B-B14F-4D97-AF65-F5344CB8AC3E}">
        <p14:creationId xmlns:p14="http://schemas.microsoft.com/office/powerpoint/2010/main" val="17703162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43E9CEBC-4C5C-4586-81A9-3924D283AE9E}"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2C472DBF-CA2D-47D9-914F-810F57E6EBBF}" type="slidenum">
              <a:rPr lang="en-US" altLang="en-US"/>
              <a:pPr>
                <a:defRPr/>
              </a:pPr>
              <a:t>‹#›</a:t>
            </a:fld>
            <a:endParaRPr lang="en-US" altLang="en-US"/>
          </a:p>
        </p:txBody>
      </p:sp>
    </p:spTree>
    <p:extLst>
      <p:ext uri="{BB962C8B-B14F-4D97-AF65-F5344CB8AC3E}">
        <p14:creationId xmlns:p14="http://schemas.microsoft.com/office/powerpoint/2010/main" val="11957521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C2F52A25-A2C1-4B30-9BDE-6C0FDEE23EDE}"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13EB6E0F-D443-4DE9-8A79-91DBCD1699D5}" type="slidenum">
              <a:rPr lang="en-US" altLang="en-US"/>
              <a:pPr>
                <a:defRPr/>
              </a:pPr>
              <a:t>‹#›</a:t>
            </a:fld>
            <a:endParaRPr lang="en-US" altLang="en-US"/>
          </a:p>
        </p:txBody>
      </p:sp>
    </p:spTree>
    <p:extLst>
      <p:ext uri="{BB962C8B-B14F-4D97-AF65-F5344CB8AC3E}">
        <p14:creationId xmlns:p14="http://schemas.microsoft.com/office/powerpoint/2010/main" val="37136756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DE265F4C-6C99-4F51-AD2F-D8F59AEB0EDB}"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D40663DF-628D-4554-BBC3-45ADC01EF05D}" type="slidenum">
              <a:rPr lang="en-US" altLang="en-US"/>
              <a:pPr>
                <a:defRPr/>
              </a:pPr>
              <a:t>‹#›</a:t>
            </a:fld>
            <a:endParaRPr lang="en-US" altLang="en-US"/>
          </a:p>
        </p:txBody>
      </p:sp>
    </p:spTree>
    <p:extLst>
      <p:ext uri="{BB962C8B-B14F-4D97-AF65-F5344CB8AC3E}">
        <p14:creationId xmlns:p14="http://schemas.microsoft.com/office/powerpoint/2010/main" val="8655984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C08975E2-34D9-4AD8-85A1-204E4E4A8552}"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00E36823-CA08-4B81-B903-3A89450677BF}" type="slidenum">
              <a:rPr lang="en-US" altLang="en-US"/>
              <a:pPr>
                <a:defRPr/>
              </a:pPr>
              <a:t>‹#›</a:t>
            </a:fld>
            <a:endParaRPr lang="en-US" altLang="en-US"/>
          </a:p>
        </p:txBody>
      </p:sp>
    </p:spTree>
    <p:extLst>
      <p:ext uri="{BB962C8B-B14F-4D97-AF65-F5344CB8AC3E}">
        <p14:creationId xmlns:p14="http://schemas.microsoft.com/office/powerpoint/2010/main" val="40481128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4096A239-7BEA-4925-80D2-9BD53058FDA7}"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ED00D670-662C-4AE6-802D-0B3863A28850}" type="slidenum">
              <a:rPr lang="en-US" altLang="en-US"/>
              <a:pPr>
                <a:defRPr/>
              </a:pPr>
              <a:t>‹#›</a:t>
            </a:fld>
            <a:endParaRPr lang="en-US" altLang="en-US"/>
          </a:p>
        </p:txBody>
      </p:sp>
    </p:spTree>
    <p:extLst>
      <p:ext uri="{BB962C8B-B14F-4D97-AF65-F5344CB8AC3E}">
        <p14:creationId xmlns:p14="http://schemas.microsoft.com/office/powerpoint/2010/main" val="14293260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B4F24F4A-B557-42D9-AC1B-EC873531AEA7}"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52C7274C-9EFF-4876-B166-DEB82656CF65}" type="slidenum">
              <a:rPr lang="en-US" altLang="en-US"/>
              <a:pPr>
                <a:defRPr/>
              </a:pPr>
              <a:t>‹#›</a:t>
            </a:fld>
            <a:endParaRPr lang="en-US" altLang="en-US"/>
          </a:p>
        </p:txBody>
      </p:sp>
    </p:spTree>
    <p:extLst>
      <p:ext uri="{BB962C8B-B14F-4D97-AF65-F5344CB8AC3E}">
        <p14:creationId xmlns:p14="http://schemas.microsoft.com/office/powerpoint/2010/main" val="40163657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74102C14-3AA0-4577-BA6D-6C6DF2440078}"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C4DC1500-C3C8-423D-BD60-7372B1704C20}" type="slidenum">
              <a:rPr lang="en-US" altLang="en-US"/>
              <a:pPr>
                <a:defRPr/>
              </a:pPr>
              <a:t>‹#›</a:t>
            </a:fld>
            <a:endParaRPr lang="en-US" altLang="en-US"/>
          </a:p>
        </p:txBody>
      </p:sp>
    </p:spTree>
    <p:extLst>
      <p:ext uri="{BB962C8B-B14F-4D97-AF65-F5344CB8AC3E}">
        <p14:creationId xmlns:p14="http://schemas.microsoft.com/office/powerpoint/2010/main" val="19615452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2E1B8C2F-CB21-42A6-AF6C-DBE2B6AD009A}"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4DE1BF2D-6F5B-4DDE-BBAA-915F77D26EC5}" type="slidenum">
              <a:rPr lang="en-US" altLang="en-US"/>
              <a:pPr>
                <a:defRPr/>
              </a:pPr>
              <a:t>‹#›</a:t>
            </a:fld>
            <a:endParaRPr lang="en-US" altLang="en-US"/>
          </a:p>
        </p:txBody>
      </p:sp>
    </p:spTree>
    <p:extLst>
      <p:ext uri="{BB962C8B-B14F-4D97-AF65-F5344CB8AC3E}">
        <p14:creationId xmlns:p14="http://schemas.microsoft.com/office/powerpoint/2010/main" val="1558831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06961E9E-1148-43F2-8262-6DCE7616ECA2}"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1F469157-45AB-470D-85DF-5330D08C3559}" type="slidenum">
              <a:rPr lang="en-US" altLang="en-US"/>
              <a:pPr>
                <a:defRPr/>
              </a:pPr>
              <a:t>‹#›</a:t>
            </a:fld>
            <a:endParaRPr lang="en-US" altLang="en-US"/>
          </a:p>
        </p:txBody>
      </p:sp>
    </p:spTree>
    <p:extLst>
      <p:ext uri="{BB962C8B-B14F-4D97-AF65-F5344CB8AC3E}">
        <p14:creationId xmlns:p14="http://schemas.microsoft.com/office/powerpoint/2010/main" val="1796507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1E967331-C43D-4F3A-B36C-60AD39F8822E}"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B6BF28C5-8204-46F5-9B69-C5A2739BCB46}" type="slidenum">
              <a:rPr lang="en-US" altLang="en-US"/>
              <a:pPr>
                <a:defRPr/>
              </a:pPr>
              <a:t>‹#›</a:t>
            </a:fld>
            <a:endParaRPr lang="en-US" altLang="en-US"/>
          </a:p>
        </p:txBody>
      </p:sp>
    </p:spTree>
    <p:extLst>
      <p:ext uri="{BB962C8B-B14F-4D97-AF65-F5344CB8AC3E}">
        <p14:creationId xmlns:p14="http://schemas.microsoft.com/office/powerpoint/2010/main" val="36069454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21150F10-4699-4210-A017-EFDD48E62AB3}"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23F45808-5E82-497A-B29D-FD5F89C12E1C}" type="slidenum">
              <a:rPr lang="en-US" altLang="en-US"/>
              <a:pPr>
                <a:defRPr/>
              </a:pPr>
              <a:t>‹#›</a:t>
            </a:fld>
            <a:endParaRPr lang="en-US" altLang="en-US"/>
          </a:p>
        </p:txBody>
      </p:sp>
    </p:spTree>
    <p:extLst>
      <p:ext uri="{BB962C8B-B14F-4D97-AF65-F5344CB8AC3E}">
        <p14:creationId xmlns:p14="http://schemas.microsoft.com/office/powerpoint/2010/main" val="4690431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566623C2-EAB7-4A62-ABCD-61801202171B}"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7F65910D-EC60-4A3E-9033-6A9DABB86C7C}" type="slidenum">
              <a:rPr lang="en-US" altLang="en-US"/>
              <a:pPr>
                <a:defRPr/>
              </a:pPr>
              <a:t>‹#›</a:t>
            </a:fld>
            <a:endParaRPr lang="en-US" altLang="en-US"/>
          </a:p>
        </p:txBody>
      </p:sp>
    </p:spTree>
    <p:extLst>
      <p:ext uri="{BB962C8B-B14F-4D97-AF65-F5344CB8AC3E}">
        <p14:creationId xmlns:p14="http://schemas.microsoft.com/office/powerpoint/2010/main" val="2641265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987C8301-2BC1-4428-B985-2DAD5C188A08}"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8CD09031-DF4C-4930-B078-50522A6A82AD}" type="slidenum">
              <a:rPr lang="en-US" altLang="en-US"/>
              <a:pPr>
                <a:defRPr/>
              </a:pPr>
              <a:t>‹#›</a:t>
            </a:fld>
            <a:endParaRPr lang="en-US" altLang="en-US"/>
          </a:p>
        </p:txBody>
      </p:sp>
    </p:spTree>
    <p:extLst>
      <p:ext uri="{BB962C8B-B14F-4D97-AF65-F5344CB8AC3E}">
        <p14:creationId xmlns:p14="http://schemas.microsoft.com/office/powerpoint/2010/main" val="39146545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9AFA9922-AB6F-479F-90FD-85D2ED4EE787}"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4FE09B80-FD5B-4AEA-A055-620FF44DCCCD}" type="slidenum">
              <a:rPr lang="en-US" altLang="en-US"/>
              <a:pPr>
                <a:defRPr/>
              </a:pPr>
              <a:t>‹#›</a:t>
            </a:fld>
            <a:endParaRPr lang="en-US" altLang="en-US"/>
          </a:p>
        </p:txBody>
      </p:sp>
    </p:spTree>
    <p:extLst>
      <p:ext uri="{BB962C8B-B14F-4D97-AF65-F5344CB8AC3E}">
        <p14:creationId xmlns:p14="http://schemas.microsoft.com/office/powerpoint/2010/main" val="22049243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01531637-755D-4B29-A100-BE0DBF46F998}"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A91A22E5-6733-4E5C-A6DC-4B8208B5B8F8}" type="slidenum">
              <a:rPr lang="en-US" altLang="en-US"/>
              <a:pPr>
                <a:defRPr/>
              </a:pPr>
              <a:t>‹#›</a:t>
            </a:fld>
            <a:endParaRPr lang="en-US" altLang="en-US"/>
          </a:p>
        </p:txBody>
      </p:sp>
    </p:spTree>
    <p:extLst>
      <p:ext uri="{BB962C8B-B14F-4D97-AF65-F5344CB8AC3E}">
        <p14:creationId xmlns:p14="http://schemas.microsoft.com/office/powerpoint/2010/main" val="37661708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chartAndTx">
  <p:cSld name="Title, Ch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762000"/>
            <a:ext cx="8001000" cy="1143000"/>
          </a:xfrm>
        </p:spPr>
        <p:txBody>
          <a:bodyPr/>
          <a:lstStyle/>
          <a:p>
            <a:r>
              <a:rPr lang="en-US" smtClean="0"/>
              <a:t>Click to edit Master title style</a:t>
            </a:r>
            <a:endParaRPr lang="en-US"/>
          </a:p>
        </p:txBody>
      </p:sp>
      <p:sp>
        <p:nvSpPr>
          <p:cNvPr id="3" name="Chart Placeholder 2"/>
          <p:cNvSpPr>
            <a:spLocks noGrp="1"/>
          </p:cNvSpPr>
          <p:nvPr>
            <p:ph type="chart" sz="half" idx="1"/>
          </p:nvPr>
        </p:nvSpPr>
        <p:spPr>
          <a:xfrm>
            <a:off x="914400" y="2362200"/>
            <a:ext cx="3924300" cy="3733800"/>
          </a:xfrm>
        </p:spPr>
        <p:txBody>
          <a:bodyPr rtlCol="0">
            <a:normAutofit/>
          </a:bodyPr>
          <a:lstStyle/>
          <a:p>
            <a:pPr lvl="0"/>
            <a:endParaRPr lang="en-US" noProof="0" smtClean="0"/>
          </a:p>
        </p:txBody>
      </p:sp>
      <p:sp>
        <p:nvSpPr>
          <p:cNvPr id="4" name="Text Placeholder 3"/>
          <p:cNvSpPr>
            <a:spLocks noGrp="1"/>
          </p:cNvSpPr>
          <p:nvPr>
            <p:ph type="body" sz="half" idx="2"/>
          </p:nvPr>
        </p:nvSpPr>
        <p:spPr>
          <a:xfrm>
            <a:off x="4991100" y="2362200"/>
            <a:ext cx="3924300" cy="3733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8"/>
          <p:cNvSpPr>
            <a:spLocks noGrp="1" noChangeArrowheads="1"/>
          </p:cNvSpPr>
          <p:nvPr>
            <p:ph type="dt" sz="half" idx="10"/>
          </p:nvPr>
        </p:nvSpPr>
        <p:spPr/>
        <p:txBody>
          <a:bodyPr/>
          <a:lstStyle>
            <a:lvl1pPr>
              <a:defRPr/>
            </a:lvl1pPr>
          </a:lstStyle>
          <a:p>
            <a:pPr>
              <a:defRPr/>
            </a:pPr>
            <a:endParaRPr lang="en-US"/>
          </a:p>
        </p:txBody>
      </p:sp>
      <p:sp>
        <p:nvSpPr>
          <p:cNvPr id="6" name="Rectangle 9"/>
          <p:cNvSpPr>
            <a:spLocks noGrp="1" noChangeArrowheads="1"/>
          </p:cNvSpPr>
          <p:nvPr>
            <p:ph type="ftr" sz="quarter" idx="11"/>
          </p:nvPr>
        </p:nvSpPr>
        <p:spPr/>
        <p:txBody>
          <a:bodyPr/>
          <a:lstStyle>
            <a:lvl1pPr>
              <a:defRPr/>
            </a:lvl1pPr>
          </a:lstStyle>
          <a:p>
            <a:pPr>
              <a:defRPr/>
            </a:pPr>
            <a:endParaRPr lang="en-US"/>
          </a:p>
        </p:txBody>
      </p:sp>
      <p:sp>
        <p:nvSpPr>
          <p:cNvPr id="7" name="Rectangle 10"/>
          <p:cNvSpPr>
            <a:spLocks noGrp="1" noChangeArrowheads="1"/>
          </p:cNvSpPr>
          <p:nvPr>
            <p:ph type="sldNum" sz="quarter" idx="12"/>
          </p:nvPr>
        </p:nvSpPr>
        <p:spPr/>
        <p:txBody>
          <a:bodyPr/>
          <a:lstStyle>
            <a:lvl1pPr>
              <a:defRPr/>
            </a:lvl1pPr>
          </a:lstStyle>
          <a:p>
            <a:pPr>
              <a:defRPr/>
            </a:pPr>
            <a:fld id="{536C9B9A-9ACD-43DC-BF73-16CB65797D4F}" type="slidenum">
              <a:rPr lang="en-US" altLang="en-US"/>
              <a:pPr>
                <a:defRPr/>
              </a:pPr>
              <a:t>‹#›</a:t>
            </a:fld>
            <a:endParaRPr lang="en-US" altLang="en-US"/>
          </a:p>
        </p:txBody>
      </p:sp>
    </p:spTree>
    <p:extLst>
      <p:ext uri="{BB962C8B-B14F-4D97-AF65-F5344CB8AC3E}">
        <p14:creationId xmlns:p14="http://schemas.microsoft.com/office/powerpoint/2010/main" val="30115745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994AFEBC-BEAB-482F-956E-57BF4B68DC9B}"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D62BC156-6811-4526-B3FB-CE3E9618DD18}" type="slidenum">
              <a:rPr lang="en-US" altLang="en-US"/>
              <a:pPr>
                <a:defRPr/>
              </a:pPr>
              <a:t>‹#›</a:t>
            </a:fld>
            <a:endParaRPr lang="en-US" altLang="en-US"/>
          </a:p>
        </p:txBody>
      </p:sp>
    </p:spTree>
    <p:extLst>
      <p:ext uri="{BB962C8B-B14F-4D97-AF65-F5344CB8AC3E}">
        <p14:creationId xmlns:p14="http://schemas.microsoft.com/office/powerpoint/2010/main" val="141768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B903EC81-B02B-466A-8559-E5226A5F09A9}"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55B497AD-53F7-46DB-8732-73CFD0228C46}" type="slidenum">
              <a:rPr lang="en-US" altLang="en-US"/>
              <a:pPr>
                <a:defRPr/>
              </a:pPr>
              <a:t>‹#›</a:t>
            </a:fld>
            <a:endParaRPr lang="en-US" altLang="en-US"/>
          </a:p>
        </p:txBody>
      </p:sp>
    </p:spTree>
    <p:extLst>
      <p:ext uri="{BB962C8B-B14F-4D97-AF65-F5344CB8AC3E}">
        <p14:creationId xmlns:p14="http://schemas.microsoft.com/office/powerpoint/2010/main" val="22018831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5BE069E1-0E32-4A93-8F8E-76FBD4569F6B}"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0D67DB67-F7AE-4C75-B6B4-4911BB66D783}" type="slidenum">
              <a:rPr lang="en-US" altLang="en-US"/>
              <a:pPr>
                <a:defRPr/>
              </a:pPr>
              <a:t>‹#›</a:t>
            </a:fld>
            <a:endParaRPr lang="en-US" altLang="en-US"/>
          </a:p>
        </p:txBody>
      </p:sp>
    </p:spTree>
    <p:extLst>
      <p:ext uri="{BB962C8B-B14F-4D97-AF65-F5344CB8AC3E}">
        <p14:creationId xmlns:p14="http://schemas.microsoft.com/office/powerpoint/2010/main" val="15619445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F9DCBEE0-C4B6-4513-B8EE-DB5D63BFE41F}"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3D4A9BD2-AFCF-46B2-997A-3A462280EB02}" type="slidenum">
              <a:rPr lang="en-US" altLang="en-US"/>
              <a:pPr>
                <a:defRPr/>
              </a:pPr>
              <a:t>‹#›</a:t>
            </a:fld>
            <a:endParaRPr lang="en-US" altLang="en-US"/>
          </a:p>
        </p:txBody>
      </p:sp>
    </p:spTree>
    <p:extLst>
      <p:ext uri="{BB962C8B-B14F-4D97-AF65-F5344CB8AC3E}">
        <p14:creationId xmlns:p14="http://schemas.microsoft.com/office/powerpoint/2010/main" val="16291731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00200" y="304800"/>
            <a:ext cx="7158037" cy="1412875"/>
          </a:xfrm>
        </p:spPr>
        <p:txBody>
          <a:bodyPr/>
          <a:lstStyle/>
          <a:p>
            <a:r>
              <a:rPr lang="en-US" dirty="0" smtClean="0"/>
              <a:t>Click to edit Master title style</a:t>
            </a:r>
            <a:endParaRPr lang="en-GB" dirty="0"/>
          </a:p>
        </p:txBody>
      </p:sp>
      <p:sp>
        <p:nvSpPr>
          <p:cNvPr id="3" name="Text Placeholder 2"/>
          <p:cNvSpPr>
            <a:spLocks noGrp="1"/>
          </p:cNvSpPr>
          <p:nvPr>
            <p:ph type="body" sz="half" idx="1"/>
          </p:nvPr>
        </p:nvSpPr>
        <p:spPr>
          <a:xfrm>
            <a:off x="949325" y="1981200"/>
            <a:ext cx="3754438"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856163" y="1981200"/>
            <a:ext cx="3754437"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D2A9B11C-842F-4A1D-AAB2-A2456AAF2FD0}" type="datetime1">
              <a:rPr lang="en-US"/>
              <a:pPr>
                <a:defRPr/>
              </a:pPr>
              <a:t>7/3/2018</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F21B300-24B1-4BA2-810F-CECE3E2FD2A5}" type="slidenum">
              <a:rPr lang="en-US" altLang="en-US"/>
              <a:pPr>
                <a:defRPr/>
              </a:pPr>
              <a:t>‹#›</a:t>
            </a:fld>
            <a:endParaRPr lang="en-US" altLang="en-US"/>
          </a:p>
        </p:txBody>
      </p:sp>
    </p:spTree>
    <p:extLst>
      <p:ext uri="{BB962C8B-B14F-4D97-AF65-F5344CB8AC3E}">
        <p14:creationId xmlns:p14="http://schemas.microsoft.com/office/powerpoint/2010/main" val="11970836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31863" y="96838"/>
            <a:ext cx="7158037" cy="1412875"/>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949325" y="1981200"/>
            <a:ext cx="3754438"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quarter" idx="2"/>
          </p:nvPr>
        </p:nvSpPr>
        <p:spPr>
          <a:xfrm>
            <a:off x="4856163" y="1981200"/>
            <a:ext cx="3754437"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Content Placeholder 4"/>
          <p:cNvSpPr>
            <a:spLocks noGrp="1"/>
          </p:cNvSpPr>
          <p:nvPr>
            <p:ph sz="quarter" idx="3"/>
          </p:nvPr>
        </p:nvSpPr>
        <p:spPr>
          <a:xfrm>
            <a:off x="4856163" y="4114800"/>
            <a:ext cx="3754437"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Date Placeholder 3"/>
          <p:cNvSpPr>
            <a:spLocks noGrp="1"/>
          </p:cNvSpPr>
          <p:nvPr>
            <p:ph type="dt" sz="half" idx="10"/>
          </p:nvPr>
        </p:nvSpPr>
        <p:spPr/>
        <p:txBody>
          <a:bodyPr/>
          <a:lstStyle>
            <a:lvl1pPr>
              <a:defRPr/>
            </a:lvl1pPr>
          </a:lstStyle>
          <a:p>
            <a:pPr>
              <a:defRPr/>
            </a:pPr>
            <a:fld id="{06DCBA6A-5140-4DB4-914A-0BEAE7D753F6}" type="datetime1">
              <a:rPr lang="en-US"/>
              <a:pPr>
                <a:defRPr/>
              </a:pPr>
              <a:t>7/3/2018</a:t>
            </a:fld>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F29DD9D1-F678-4E28-BA03-3D09986D0136}" type="slidenum">
              <a:rPr lang="en-US" altLang="en-US"/>
              <a:pPr>
                <a:defRPr/>
              </a:pPr>
              <a:t>‹#›</a:t>
            </a:fld>
            <a:endParaRPr lang="en-US" altLang="en-US"/>
          </a:p>
        </p:txBody>
      </p:sp>
    </p:spTree>
    <p:extLst>
      <p:ext uri="{BB962C8B-B14F-4D97-AF65-F5344CB8AC3E}">
        <p14:creationId xmlns:p14="http://schemas.microsoft.com/office/powerpoint/2010/main" val="187973835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31863" y="96838"/>
            <a:ext cx="7158037" cy="1412875"/>
          </a:xfrm>
        </p:spPr>
        <p:txBody>
          <a:bodyPr/>
          <a:lstStyle/>
          <a:p>
            <a:r>
              <a:rPr lang="en-US" smtClean="0"/>
              <a:t>Click to edit Master title style</a:t>
            </a:r>
            <a:endParaRPr lang="en-GB"/>
          </a:p>
        </p:txBody>
      </p:sp>
      <p:sp>
        <p:nvSpPr>
          <p:cNvPr id="3" name="Content Placeholder 2"/>
          <p:cNvSpPr>
            <a:spLocks noGrp="1"/>
          </p:cNvSpPr>
          <p:nvPr>
            <p:ph sz="half" idx="1"/>
          </p:nvPr>
        </p:nvSpPr>
        <p:spPr>
          <a:xfrm>
            <a:off x="949325" y="1981200"/>
            <a:ext cx="3754438"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quarter" idx="2"/>
          </p:nvPr>
        </p:nvSpPr>
        <p:spPr>
          <a:xfrm>
            <a:off x="4856163" y="1981200"/>
            <a:ext cx="3754437"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Content Placeholder 4"/>
          <p:cNvSpPr>
            <a:spLocks noGrp="1"/>
          </p:cNvSpPr>
          <p:nvPr>
            <p:ph sz="quarter" idx="3"/>
          </p:nvPr>
        </p:nvSpPr>
        <p:spPr>
          <a:xfrm>
            <a:off x="4856163" y="4114800"/>
            <a:ext cx="3754437"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Date Placeholder 3"/>
          <p:cNvSpPr>
            <a:spLocks noGrp="1"/>
          </p:cNvSpPr>
          <p:nvPr>
            <p:ph type="dt" sz="half" idx="10"/>
          </p:nvPr>
        </p:nvSpPr>
        <p:spPr/>
        <p:txBody>
          <a:bodyPr/>
          <a:lstStyle>
            <a:lvl1pPr>
              <a:defRPr/>
            </a:lvl1pPr>
          </a:lstStyle>
          <a:p>
            <a:pPr>
              <a:defRPr/>
            </a:pPr>
            <a:fld id="{540D2054-28A2-4B27-87CC-0A356D1203C2}" type="datetime1">
              <a:rPr lang="en-US"/>
              <a:pPr>
                <a:defRPr/>
              </a:pPr>
              <a:t>7/3/2018</a:t>
            </a:fld>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34B4E53B-3A5A-4B69-B1AC-6CFCC7DCC0FC}" type="slidenum">
              <a:rPr lang="en-US" altLang="en-US"/>
              <a:pPr>
                <a:defRPr/>
              </a:pPr>
              <a:t>‹#›</a:t>
            </a:fld>
            <a:endParaRPr lang="en-US" altLang="en-US"/>
          </a:p>
        </p:txBody>
      </p:sp>
    </p:spTree>
    <p:extLst>
      <p:ext uri="{BB962C8B-B14F-4D97-AF65-F5344CB8AC3E}">
        <p14:creationId xmlns:p14="http://schemas.microsoft.com/office/powerpoint/2010/main" val="3866859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01E66977-545D-47A2-B857-E6E68127EC6B}"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9525FFB8-2E8C-4063-B367-9FEE0C53B364}" type="slidenum">
              <a:rPr lang="en-US" altLang="en-US"/>
              <a:pPr>
                <a:defRPr/>
              </a:pPr>
              <a:t>‹#›</a:t>
            </a:fld>
            <a:endParaRPr lang="en-US" altLang="en-US"/>
          </a:p>
        </p:txBody>
      </p:sp>
    </p:spTree>
    <p:extLst>
      <p:ext uri="{BB962C8B-B14F-4D97-AF65-F5344CB8AC3E}">
        <p14:creationId xmlns:p14="http://schemas.microsoft.com/office/powerpoint/2010/main" val="176811519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97EF5EDB-B894-40D0-88DA-3A099A12348B}"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6DEF574A-7FAD-4ECA-8FE7-726675945A11}" type="slidenum">
              <a:rPr lang="en-US" altLang="en-US"/>
              <a:pPr>
                <a:defRPr/>
              </a:pPr>
              <a:t>‹#›</a:t>
            </a:fld>
            <a:endParaRPr lang="en-US" altLang="en-US"/>
          </a:p>
        </p:txBody>
      </p:sp>
    </p:spTree>
    <p:extLst>
      <p:ext uri="{BB962C8B-B14F-4D97-AF65-F5344CB8AC3E}">
        <p14:creationId xmlns:p14="http://schemas.microsoft.com/office/powerpoint/2010/main" val="285752382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2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DC5306D7-53DE-4120-8BEA-76224743C8FC}"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75BD3375-F38E-46F2-8B09-EBAD224B6641}" type="slidenum">
              <a:rPr lang="en-US" altLang="en-US"/>
              <a:pPr>
                <a:defRPr/>
              </a:pPr>
              <a:t>‹#›</a:t>
            </a:fld>
            <a:endParaRPr lang="en-US" altLang="en-US"/>
          </a:p>
        </p:txBody>
      </p:sp>
    </p:spTree>
    <p:extLst>
      <p:ext uri="{BB962C8B-B14F-4D97-AF65-F5344CB8AC3E}">
        <p14:creationId xmlns:p14="http://schemas.microsoft.com/office/powerpoint/2010/main" val="42347567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Picture Placeholder 9"/>
          <p:cNvSpPr>
            <a:spLocks noGrp="1"/>
          </p:cNvSpPr>
          <p:nvPr>
            <p:ph type="pic" sz="quarter" idx="13"/>
          </p:nvPr>
        </p:nvSpPr>
        <p:spPr>
          <a:xfrm>
            <a:off x="7939087" y="800101"/>
            <a:ext cx="1066800" cy="1295400"/>
          </a:xfrm>
        </p:spPr>
        <p:txBody>
          <a:bodyPr rtlCol="0">
            <a:normAutofit/>
          </a:bodyPr>
          <a:lstStyle>
            <a:lvl1pPr>
              <a:defRPr/>
            </a:lvl1pPr>
          </a:lstStyle>
          <a:p>
            <a:pPr lvl="0"/>
            <a:r>
              <a:rPr lang="en-US" noProof="0" smtClean="0"/>
              <a:t>Click icon to add picture</a:t>
            </a:r>
            <a:endParaRPr lang="en-US" noProof="0" dirty="0"/>
          </a:p>
        </p:txBody>
      </p:sp>
      <p:sp>
        <p:nvSpPr>
          <p:cNvPr id="5" name="Date Placeholder 3"/>
          <p:cNvSpPr>
            <a:spLocks noGrp="1"/>
          </p:cNvSpPr>
          <p:nvPr>
            <p:ph type="dt" sz="half" idx="14"/>
          </p:nvPr>
        </p:nvSpPr>
        <p:spPr>
          <a:xfrm>
            <a:off x="7343775" y="6108700"/>
            <a:ext cx="857250" cy="365125"/>
          </a:xfrm>
        </p:spPr>
        <p:txBody>
          <a:bodyPr/>
          <a:lstStyle>
            <a:lvl1pPr>
              <a:defRPr/>
            </a:lvl1pPr>
          </a:lstStyle>
          <a:p>
            <a:pPr>
              <a:defRPr/>
            </a:pPr>
            <a:fld id="{DF9F78BD-67EE-4B24-8FEA-B0C14B8D2FBE}" type="datetime1">
              <a:rPr lang="en-US"/>
              <a:pPr>
                <a:defRPr/>
              </a:pPr>
              <a:t>7/3/2018</a:t>
            </a:fld>
            <a:endParaRPr lang="en-US"/>
          </a:p>
        </p:txBody>
      </p:sp>
      <p:sp>
        <p:nvSpPr>
          <p:cNvPr id="6" name="Footer Placeholder 4"/>
          <p:cNvSpPr>
            <a:spLocks noGrp="1"/>
          </p:cNvSpPr>
          <p:nvPr>
            <p:ph type="ftr" sz="quarter" idx="15"/>
          </p:nvPr>
        </p:nvSpPr>
        <p:spPr>
          <a:xfrm>
            <a:off x="1973263" y="6108700"/>
            <a:ext cx="5313362" cy="365125"/>
          </a:xfrm>
        </p:spPr>
        <p:txBody>
          <a:bodyPr/>
          <a:lstStyle>
            <a:lvl1pPr>
              <a:defRPr/>
            </a:lvl1pPr>
          </a:lstStyle>
          <a:p>
            <a:pPr>
              <a:defRPr/>
            </a:pPr>
            <a:endParaRPr lang="en-US"/>
          </a:p>
        </p:txBody>
      </p:sp>
      <p:sp>
        <p:nvSpPr>
          <p:cNvPr id="7" name="Slide Number Placeholder 5"/>
          <p:cNvSpPr>
            <a:spLocks noGrp="1"/>
          </p:cNvSpPr>
          <p:nvPr>
            <p:ph type="sldNum" sz="quarter" idx="16"/>
          </p:nvPr>
        </p:nvSpPr>
        <p:spPr>
          <a:xfrm>
            <a:off x="8258175" y="6108700"/>
            <a:ext cx="428625" cy="365125"/>
          </a:xfrm>
        </p:spPr>
        <p:txBody>
          <a:bodyPr/>
          <a:lstStyle>
            <a:lvl1pPr>
              <a:defRPr/>
            </a:lvl1pPr>
          </a:lstStyle>
          <a:p>
            <a:pPr>
              <a:defRPr/>
            </a:pPr>
            <a:fld id="{BDF86CA9-574C-4659-AEF9-F7A7688381DE}" type="slidenum">
              <a:rPr lang="en-US" altLang="en-US"/>
              <a:pPr>
                <a:defRPr/>
              </a:pPr>
              <a:t>‹#›</a:t>
            </a:fld>
            <a:endParaRPr lang="en-US" altLang="en-US"/>
          </a:p>
        </p:txBody>
      </p:sp>
    </p:spTree>
    <p:extLst>
      <p:ext uri="{BB962C8B-B14F-4D97-AF65-F5344CB8AC3E}">
        <p14:creationId xmlns:p14="http://schemas.microsoft.com/office/powerpoint/2010/main" val="296022938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8DD56F-A681-4805-A5A2-3EFEAD22C2F4}" type="datetimeFigureOut">
              <a:rPr lang="en-US" smtClean="0"/>
              <a:t>7/3/2018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t>‹#›</a:t>
            </a:fld>
            <a:endParaRPr lang="en-US"/>
          </a:p>
        </p:txBody>
      </p:sp>
      <p:pic>
        <p:nvPicPr>
          <p:cNvPr id="7" name="Picture 6"/>
          <p:cNvPicPr>
            <a:picLocks noChangeAspect="1"/>
          </p:cNvPicPr>
          <p:nvPr userDrawn="1"/>
        </p:nvPicPr>
        <p:blipFill>
          <a:blip r:embed="rId44" cstate="print">
            <a:extLst>
              <a:ext uri="{28A0092B-C50C-407E-A947-70E740481C1C}">
                <a14:useLocalDpi xmlns:a14="http://schemas.microsoft.com/office/drawing/2010/main" val="0"/>
              </a:ext>
            </a:extLst>
          </a:blip>
          <a:stretch>
            <a:fillRect/>
          </a:stretch>
        </p:blipFill>
        <p:spPr>
          <a:xfrm>
            <a:off x="0" y="0"/>
            <a:ext cx="9144000" cy="381000"/>
          </a:xfrm>
          <a:prstGeom prst="rect">
            <a:avLst/>
          </a:prstGeom>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audio" Target="../media/audio2.wav"/><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0.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31.xml"/><Relationship Id="rId1" Type="http://schemas.openxmlformats.org/officeDocument/2006/relationships/vmlDrawing" Target="../drawings/vmlDrawing2.vml"/><Relationship Id="rId6" Type="http://schemas.openxmlformats.org/officeDocument/2006/relationships/image" Target="../media/image6.emf"/><Relationship Id="rId5" Type="http://schemas.openxmlformats.org/officeDocument/2006/relationships/oleObject" Target="../embeddings/oleObject3.bin"/><Relationship Id="rId4" Type="http://schemas.openxmlformats.org/officeDocument/2006/relationships/image" Target="../media/image5.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31.xml"/><Relationship Id="rId1" Type="http://schemas.openxmlformats.org/officeDocument/2006/relationships/vmlDrawing" Target="../drawings/vmlDrawing3.vml"/><Relationship Id="rId4" Type="http://schemas.openxmlformats.org/officeDocument/2006/relationships/image" Target="../media/image7.emf"/></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6.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Microsoft_Excel_97-2003_Worksheet1.xls"/><Relationship Id="rId2" Type="http://schemas.openxmlformats.org/officeDocument/2006/relationships/slideLayout" Target="../slideLayouts/slideLayout37.xml"/><Relationship Id="rId1" Type="http://schemas.openxmlformats.org/officeDocument/2006/relationships/vmlDrawing" Target="../drawings/vmlDrawing4.vml"/><Relationship Id="rId4" Type="http://schemas.openxmlformats.org/officeDocument/2006/relationships/image" Target="../media/image11.emf"/></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6.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38.xml"/><Relationship Id="rId1" Type="http://schemas.openxmlformats.org/officeDocument/2006/relationships/vmlDrawing" Target="../drawings/vmlDrawing5.vml"/><Relationship Id="rId6" Type="http://schemas.openxmlformats.org/officeDocument/2006/relationships/image" Target="../media/image14.png"/><Relationship Id="rId5" Type="http://schemas.openxmlformats.org/officeDocument/2006/relationships/oleObject" Target="../embeddings/oleObject6.bin"/><Relationship Id="rId4" Type="http://schemas.openxmlformats.org/officeDocument/2006/relationships/image" Target="../media/image13.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5.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slideLayout" Target="../slideLayouts/slideLayout40.xml"/><Relationship Id="rId1" Type="http://schemas.openxmlformats.org/officeDocument/2006/relationships/vmlDrawing" Target="../drawings/vmlDrawing7.vml"/><Relationship Id="rId5" Type="http://schemas.openxmlformats.org/officeDocument/2006/relationships/image" Target="../media/image16.png"/><Relationship Id="rId4" Type="http://schemas.openxmlformats.org/officeDocument/2006/relationships/oleObject" Target="../embeddings/oleObject8.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36.xml"/><Relationship Id="rId1" Type="http://schemas.openxmlformats.org/officeDocument/2006/relationships/vmlDrawing" Target="../drawings/vmlDrawing8.vml"/><Relationship Id="rId4" Type="http://schemas.openxmlformats.org/officeDocument/2006/relationships/image" Target="../media/image19.png"/></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36.xml"/><Relationship Id="rId1" Type="http://schemas.openxmlformats.org/officeDocument/2006/relationships/vmlDrawing" Target="../drawings/vmlDrawing9.vml"/><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7.xml"/><Relationship Id="rId1" Type="http://schemas.openxmlformats.org/officeDocument/2006/relationships/vmlDrawing" Target="../drawings/vmlDrawing10.vml"/><Relationship Id="rId5" Type="http://schemas.openxmlformats.org/officeDocument/2006/relationships/image" Target="../media/image21.png"/><Relationship Id="rId4" Type="http://schemas.openxmlformats.org/officeDocument/2006/relationships/oleObject" Target="../embeddings/oleObject11.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5486400" y="2209800"/>
            <a:ext cx="4038600" cy="1938992"/>
          </a:xfrm>
          <a:prstGeom prst="rect">
            <a:avLst/>
          </a:prstGeom>
          <a:noFill/>
          <a:ln>
            <a:noFill/>
          </a:ln>
        </p:spPr>
        <p:txBody>
          <a:bodyPr wrap="square">
            <a:spAutoFit/>
          </a:bodyPr>
          <a:lstStyle/>
          <a:p>
            <a:r>
              <a:rPr lang="en-GB" sz="4000" b="1" dirty="0">
                <a:ln w="10541" cmpd="sng">
                  <a:solidFill>
                    <a:schemeClr val="accent1">
                      <a:shade val="88000"/>
                      <a:satMod val="110000"/>
                    </a:schemeClr>
                  </a:solidFill>
                  <a:prstDash val="solid"/>
                </a:ln>
                <a:solidFill>
                  <a:schemeClr val="accent2">
                    <a:lumMod val="50000"/>
                  </a:schemeClr>
                </a:solidFill>
              </a:rPr>
              <a:t>Personal Computer Applications</a:t>
            </a:r>
            <a:endParaRPr lang="en-US" sz="4000" b="1" dirty="0">
              <a:ln w="10541" cmpd="sng">
                <a:solidFill>
                  <a:schemeClr val="accent1">
                    <a:shade val="88000"/>
                    <a:satMod val="110000"/>
                  </a:schemeClr>
                </a:solidFill>
                <a:prstDash val="solid"/>
              </a:ln>
              <a:solidFill>
                <a:schemeClr val="accent2">
                  <a:lumMod val="50000"/>
                </a:schemeClr>
              </a:solidFill>
            </a:endParaRPr>
          </a:p>
        </p:txBody>
      </p:sp>
      <p:sp>
        <p:nvSpPr>
          <p:cNvPr id="10" name="TextBox 9"/>
          <p:cNvSpPr txBox="1"/>
          <p:nvPr/>
        </p:nvSpPr>
        <p:spPr>
          <a:xfrm>
            <a:off x="5334000" y="4876800"/>
            <a:ext cx="2743200" cy="707886"/>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GB" sz="4000" b="1" spc="50" dirty="0" smtClean="0">
                <a:ln w="11430"/>
                <a:solidFill>
                  <a:schemeClr val="bg2">
                    <a:lumMod val="25000"/>
                  </a:schemeClr>
                </a:solidFill>
                <a:effectLst>
                  <a:outerShdw blurRad="76200" dist="50800" dir="5400000" algn="tl" rotWithShape="0">
                    <a:srgbClr val="000000">
                      <a:alpha val="65000"/>
                    </a:srgbClr>
                  </a:outerShdw>
                </a:effectLst>
              </a:rPr>
              <a:t>HNDIT1101</a:t>
            </a:r>
            <a:endParaRPr lang="en-US" sz="4000" b="1" spc="50" dirty="0">
              <a:ln w="11430"/>
              <a:solidFill>
                <a:schemeClr val="bg2">
                  <a:lumMod val="25000"/>
                </a:schemeClr>
              </a:solidFill>
              <a:effectLst>
                <a:outerShdw blurRad="76200" dist="50800" dir="5400000" algn="tl" rotWithShape="0">
                  <a:srgbClr val="000000">
                    <a:alpha val="65000"/>
                  </a:srgbClr>
                </a:outerShdw>
              </a:effectLst>
            </a:endParaRPr>
          </a:p>
        </p:txBody>
      </p:sp>
      <p:sp>
        <p:nvSpPr>
          <p:cNvPr id="5" name="TextBox 4"/>
          <p:cNvSpPr txBox="1"/>
          <p:nvPr/>
        </p:nvSpPr>
        <p:spPr>
          <a:xfrm>
            <a:off x="152400" y="4953000"/>
            <a:ext cx="4114800" cy="707886"/>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GB" sz="4000" b="1" spc="50" dirty="0" smtClean="0">
                <a:ln w="11430"/>
                <a:solidFill>
                  <a:srgbClr val="002060"/>
                </a:solidFill>
                <a:effectLst>
                  <a:outerShdw blurRad="38100" dist="38100" dir="2700000" algn="tl">
                    <a:srgbClr val="000000">
                      <a:alpha val="43137"/>
                    </a:srgbClr>
                  </a:outerShdw>
                </a:effectLst>
              </a:rPr>
              <a:t>Lecture 09</a:t>
            </a:r>
            <a:endParaRPr lang="en-US" sz="4000" b="1" spc="50" dirty="0">
              <a:ln w="1143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5364330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a:xfrm>
            <a:off x="982663" y="457200"/>
            <a:ext cx="7704137" cy="1981200"/>
          </a:xfrm>
        </p:spPr>
        <p:txBody>
          <a:bodyPr rtlCol="0">
            <a:normAutofit/>
          </a:bodyPr>
          <a:lstStyle/>
          <a:p>
            <a:pPr eaLnBrk="1" fontAlgn="auto" hangingPunct="1">
              <a:spcAft>
                <a:spcPts val="0"/>
              </a:spcAft>
              <a:defRPr/>
            </a:pPr>
            <a:r>
              <a:rPr lang="en-US" smtClean="0">
                <a:solidFill>
                  <a:schemeClr val="tx2">
                    <a:satMod val="200000"/>
                  </a:schemeClr>
                </a:solidFill>
              </a:rPr>
              <a:t>What is a presentation?</a:t>
            </a:r>
          </a:p>
        </p:txBody>
      </p:sp>
      <p:sp>
        <p:nvSpPr>
          <p:cNvPr id="13315" name="Rectangle 3"/>
          <p:cNvSpPr>
            <a:spLocks noGrp="1" noChangeArrowheads="1"/>
          </p:cNvSpPr>
          <p:nvPr>
            <p:ph idx="1"/>
          </p:nvPr>
        </p:nvSpPr>
        <p:spPr>
          <a:xfrm>
            <a:off x="998705" y="2438400"/>
            <a:ext cx="7704137" cy="3332163"/>
          </a:xfrm>
        </p:spPr>
        <p:txBody>
          <a:bodyPr rtlCol="0">
            <a:normAutofit/>
          </a:bodyPr>
          <a:lstStyle/>
          <a:p>
            <a:pPr eaLnBrk="1" fontAlgn="auto" hangingPunct="1">
              <a:spcAft>
                <a:spcPts val="0"/>
              </a:spcAft>
              <a:defRPr/>
            </a:pPr>
            <a:r>
              <a:rPr lang="en-US" altLang="en-US" dirty="0" smtClean="0">
                <a:solidFill>
                  <a:srgbClr val="000000"/>
                </a:solidFill>
              </a:rPr>
              <a:t>A presentation is a visual aid to a speaker/presenter who is explaining some matter to a large audience interactively. There are several equipment's and several forms of materials, which are used when doing a presentation.</a:t>
            </a:r>
          </a:p>
        </p:txBody>
      </p:sp>
      <p:sp>
        <p:nvSpPr>
          <p:cNvPr id="23556" name="Date Placeholder 3"/>
          <p:cNvSpPr>
            <a:spLocks noGrp="1"/>
          </p:cNvSpPr>
          <p:nvPr>
            <p:ph type="dt" sz="quarter" idx="14"/>
          </p:nvPr>
        </p:nvSpPr>
        <p:spPr bwMode="auto">
          <a:ln>
            <a:miter lim="800000"/>
            <a:headEnd/>
            <a:tailEnd/>
          </a:ln>
        </p:spPr>
        <p:txBody>
          <a:bodyPr wrap="square" numCol="1" anchorCtr="0" compatLnSpc="1">
            <a:prstTxWarp prst="textNoShape">
              <a:avLst/>
            </a:prstTxWarp>
          </a:bodyPr>
          <a:lstStyle/>
          <a:p>
            <a:pPr>
              <a:defRPr/>
            </a:pPr>
            <a:fld id="{DC5018E4-B3A1-437A-A294-C8234C299B00}" type="datetime1">
              <a:rPr lang="en-US"/>
              <a:pPr>
                <a:defRPr/>
              </a:pPr>
              <a:t>7/3/2018</a:t>
            </a:fld>
            <a:endParaRPr lang="en-US"/>
          </a:p>
        </p:txBody>
      </p:sp>
      <p:sp>
        <p:nvSpPr>
          <p:cNvPr id="34821" name="Slide Number Placeholder 5"/>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40C8F81-93D3-425E-B577-61202584B7CD}" type="slidenum">
              <a:rPr lang="en-US" altLang="en-US" smtClean="0">
                <a:solidFill>
                  <a:srgbClr val="898989"/>
                </a:solidFill>
              </a:rPr>
              <a:pPr/>
              <a:t>2</a:t>
            </a:fld>
            <a:endParaRPr lang="en-US" altLang="en-US" smtClean="0">
              <a:solidFill>
                <a:srgbClr val="898989"/>
              </a:solidFill>
            </a:endParaRPr>
          </a:p>
        </p:txBody>
      </p:sp>
    </p:spTree>
    <p:extLst>
      <p:ext uri="{BB962C8B-B14F-4D97-AF65-F5344CB8AC3E}">
        <p14:creationId xmlns:p14="http://schemas.microsoft.com/office/powerpoint/2010/main" val="10232211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a:xfrm>
            <a:off x="982663" y="457200"/>
            <a:ext cx="7704137" cy="1981200"/>
          </a:xfrm>
        </p:spPr>
        <p:txBody>
          <a:bodyPr rtlCol="0">
            <a:normAutofit/>
          </a:bodyPr>
          <a:lstStyle/>
          <a:p>
            <a:pPr eaLnBrk="1" fontAlgn="auto" hangingPunct="1">
              <a:spcAft>
                <a:spcPts val="0"/>
              </a:spcAft>
              <a:defRPr/>
            </a:pPr>
            <a:r>
              <a:rPr lang="en-US" smtClean="0">
                <a:solidFill>
                  <a:schemeClr val="tx2">
                    <a:satMod val="200000"/>
                  </a:schemeClr>
                </a:solidFill>
              </a:rPr>
              <a:t>What is a presentation?…</a:t>
            </a:r>
          </a:p>
        </p:txBody>
      </p:sp>
      <p:sp>
        <p:nvSpPr>
          <p:cNvPr id="36867" name="Rectangle 3"/>
          <p:cNvSpPr>
            <a:spLocks noGrp="1" noChangeArrowheads="1"/>
          </p:cNvSpPr>
          <p:nvPr>
            <p:ph idx="1"/>
          </p:nvPr>
        </p:nvSpPr>
        <p:spPr>
          <a:xfrm>
            <a:off x="946150" y="2057400"/>
            <a:ext cx="7704138" cy="3332163"/>
          </a:xfrm>
        </p:spPr>
        <p:txBody>
          <a:bodyPr/>
          <a:lstStyle/>
          <a:p>
            <a:pPr eaLnBrk="1" hangingPunct="1"/>
            <a:r>
              <a:rPr lang="en-US" altLang="en-US" smtClean="0">
                <a:solidFill>
                  <a:srgbClr val="000000"/>
                </a:solidFill>
              </a:rPr>
              <a:t>Paper based presentations</a:t>
            </a:r>
          </a:p>
          <a:p>
            <a:pPr eaLnBrk="1" hangingPunct="1"/>
            <a:r>
              <a:rPr lang="en-US" altLang="en-US" smtClean="0">
                <a:solidFill>
                  <a:srgbClr val="000000"/>
                </a:solidFill>
              </a:rPr>
              <a:t>Transparencies and Overhead Projector</a:t>
            </a:r>
          </a:p>
          <a:p>
            <a:pPr eaLnBrk="1" hangingPunct="1"/>
            <a:r>
              <a:rPr lang="en-US" altLang="en-US" smtClean="0">
                <a:solidFill>
                  <a:srgbClr val="000000"/>
                </a:solidFill>
              </a:rPr>
              <a:t>Color Slides.</a:t>
            </a:r>
          </a:p>
          <a:p>
            <a:pPr eaLnBrk="1" hangingPunct="1"/>
            <a:r>
              <a:rPr lang="en-US" altLang="en-US" smtClean="0">
                <a:solidFill>
                  <a:srgbClr val="000000"/>
                </a:solidFill>
              </a:rPr>
              <a:t>Computer and Multimedia Projector</a:t>
            </a:r>
          </a:p>
          <a:p>
            <a:pPr eaLnBrk="1" hangingPunct="1">
              <a:buFont typeface="Wingdings" panose="05000000000000000000" pitchFamily="2" charset="2"/>
              <a:buNone/>
            </a:pPr>
            <a:endParaRPr lang="en-US" altLang="en-US" smtClean="0"/>
          </a:p>
        </p:txBody>
      </p:sp>
      <p:sp>
        <p:nvSpPr>
          <p:cNvPr id="24580" name="Date Placeholder 3"/>
          <p:cNvSpPr>
            <a:spLocks noGrp="1"/>
          </p:cNvSpPr>
          <p:nvPr>
            <p:ph type="dt" sz="quarter" idx="14"/>
          </p:nvPr>
        </p:nvSpPr>
        <p:spPr bwMode="auto">
          <a:ln>
            <a:miter lim="800000"/>
            <a:headEnd/>
            <a:tailEnd/>
          </a:ln>
        </p:spPr>
        <p:txBody>
          <a:bodyPr wrap="square" numCol="1" anchorCtr="0" compatLnSpc="1">
            <a:prstTxWarp prst="textNoShape">
              <a:avLst/>
            </a:prstTxWarp>
          </a:bodyPr>
          <a:lstStyle/>
          <a:p>
            <a:pPr>
              <a:defRPr/>
            </a:pPr>
            <a:fld id="{22778DFF-31B6-4944-9E9A-EF7DEA60C78B}" type="datetime1">
              <a:rPr lang="en-US"/>
              <a:pPr>
                <a:defRPr/>
              </a:pPr>
              <a:t>7/3/2018</a:t>
            </a:fld>
            <a:endParaRPr lang="en-US"/>
          </a:p>
        </p:txBody>
      </p:sp>
      <p:sp>
        <p:nvSpPr>
          <p:cNvPr id="36869" name="Slide Number Placeholder 5"/>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2B88F2D-200B-4C4C-9570-04D572FF8FA3}" type="slidenum">
              <a:rPr lang="en-US" altLang="en-US" smtClean="0">
                <a:solidFill>
                  <a:srgbClr val="898989"/>
                </a:solidFill>
              </a:rPr>
              <a:pPr/>
              <a:t>3</a:t>
            </a:fld>
            <a:endParaRPr lang="en-US" altLang="en-US" smtClean="0">
              <a:solidFill>
                <a:srgbClr val="898989"/>
              </a:solidFill>
            </a:endParaRPr>
          </a:p>
        </p:txBody>
      </p:sp>
    </p:spTree>
    <p:extLst>
      <p:ext uri="{BB962C8B-B14F-4D97-AF65-F5344CB8AC3E}">
        <p14:creationId xmlns:p14="http://schemas.microsoft.com/office/powerpoint/2010/main" val="35900486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a:xfrm>
            <a:off x="982663" y="457200"/>
            <a:ext cx="7704137" cy="1981200"/>
          </a:xfrm>
        </p:spPr>
        <p:txBody>
          <a:bodyPr rtlCol="0">
            <a:normAutofit/>
          </a:bodyPr>
          <a:lstStyle/>
          <a:p>
            <a:pPr eaLnBrk="1" fontAlgn="auto" hangingPunct="1">
              <a:spcAft>
                <a:spcPts val="0"/>
              </a:spcAft>
              <a:defRPr/>
            </a:pPr>
            <a:r>
              <a:rPr lang="en-US" smtClean="0">
                <a:solidFill>
                  <a:schemeClr val="tx2">
                    <a:satMod val="200000"/>
                  </a:schemeClr>
                </a:solidFill>
              </a:rPr>
              <a:t>Computer Based Presentation Tools</a:t>
            </a:r>
          </a:p>
        </p:txBody>
      </p:sp>
      <p:sp>
        <p:nvSpPr>
          <p:cNvPr id="17411" name="Rectangle 3"/>
          <p:cNvSpPr>
            <a:spLocks noGrp="1" noChangeArrowheads="1"/>
          </p:cNvSpPr>
          <p:nvPr>
            <p:ph idx="1"/>
          </p:nvPr>
        </p:nvSpPr>
        <p:spPr>
          <a:xfrm>
            <a:off x="968375" y="2057400"/>
            <a:ext cx="7704138" cy="3332163"/>
          </a:xfrm>
        </p:spPr>
        <p:txBody>
          <a:bodyPr rtlCol="0">
            <a:normAutofit fontScale="92500"/>
          </a:bodyPr>
          <a:lstStyle/>
          <a:p>
            <a:pPr eaLnBrk="1" fontAlgn="auto" hangingPunct="1">
              <a:lnSpc>
                <a:spcPct val="90000"/>
              </a:lnSpc>
              <a:spcAft>
                <a:spcPts val="0"/>
              </a:spcAft>
              <a:defRPr/>
            </a:pPr>
            <a:r>
              <a:rPr lang="en-US" altLang="en-US" smtClean="0">
                <a:solidFill>
                  <a:srgbClr val="000000"/>
                </a:solidFill>
              </a:rPr>
              <a:t>There are some application software, which are designed for presentation purposes. MS Power Point is the popular one. Several application software are listed below.</a:t>
            </a:r>
          </a:p>
          <a:p>
            <a:pPr lvl="2" eaLnBrk="1" fontAlgn="auto" hangingPunct="1">
              <a:lnSpc>
                <a:spcPct val="90000"/>
              </a:lnSpc>
              <a:spcAft>
                <a:spcPts val="0"/>
              </a:spcAft>
              <a:defRPr/>
            </a:pPr>
            <a:r>
              <a:rPr lang="en-US" altLang="en-US" smtClean="0">
                <a:solidFill>
                  <a:srgbClr val="000000"/>
                </a:solidFill>
              </a:rPr>
              <a:t>Microsoft Power Point</a:t>
            </a:r>
          </a:p>
          <a:p>
            <a:pPr lvl="2" eaLnBrk="1" fontAlgn="auto" hangingPunct="1">
              <a:lnSpc>
                <a:spcPct val="90000"/>
              </a:lnSpc>
              <a:spcAft>
                <a:spcPts val="0"/>
              </a:spcAft>
              <a:defRPr/>
            </a:pPr>
            <a:r>
              <a:rPr lang="en-US" altLang="en-US" smtClean="0">
                <a:solidFill>
                  <a:srgbClr val="000000"/>
                </a:solidFill>
              </a:rPr>
              <a:t>Harvard Graphics</a:t>
            </a:r>
          </a:p>
          <a:p>
            <a:pPr lvl="2" eaLnBrk="1" fontAlgn="auto" hangingPunct="1">
              <a:lnSpc>
                <a:spcPct val="90000"/>
              </a:lnSpc>
              <a:spcAft>
                <a:spcPts val="0"/>
              </a:spcAft>
              <a:defRPr/>
            </a:pPr>
            <a:r>
              <a:rPr lang="en-US" altLang="en-US" smtClean="0">
                <a:solidFill>
                  <a:srgbClr val="000000"/>
                </a:solidFill>
              </a:rPr>
              <a:t>Showcase</a:t>
            </a:r>
          </a:p>
          <a:p>
            <a:pPr lvl="2" eaLnBrk="1" fontAlgn="auto" hangingPunct="1">
              <a:lnSpc>
                <a:spcPct val="90000"/>
              </a:lnSpc>
              <a:spcAft>
                <a:spcPts val="0"/>
              </a:spcAft>
              <a:defRPr/>
            </a:pPr>
            <a:r>
              <a:rPr lang="en-US" altLang="en-US" smtClean="0">
                <a:solidFill>
                  <a:srgbClr val="000000"/>
                </a:solidFill>
              </a:rPr>
              <a:t>Aldus presentation</a:t>
            </a:r>
          </a:p>
        </p:txBody>
      </p:sp>
      <p:sp>
        <p:nvSpPr>
          <p:cNvPr id="25604" name="Date Placeholder 3"/>
          <p:cNvSpPr>
            <a:spLocks noGrp="1"/>
          </p:cNvSpPr>
          <p:nvPr>
            <p:ph type="dt" sz="quarter" idx="14"/>
          </p:nvPr>
        </p:nvSpPr>
        <p:spPr bwMode="auto">
          <a:ln>
            <a:miter lim="800000"/>
            <a:headEnd/>
            <a:tailEnd/>
          </a:ln>
        </p:spPr>
        <p:txBody>
          <a:bodyPr wrap="square" numCol="1" anchorCtr="0" compatLnSpc="1">
            <a:prstTxWarp prst="textNoShape">
              <a:avLst/>
            </a:prstTxWarp>
          </a:bodyPr>
          <a:lstStyle/>
          <a:p>
            <a:pPr>
              <a:defRPr/>
            </a:pPr>
            <a:fld id="{C6E01CFA-1203-4CA9-AE90-81474D8CE803}" type="datetime1">
              <a:rPr lang="en-US"/>
              <a:pPr>
                <a:defRPr/>
              </a:pPr>
              <a:t>7/3/2018</a:t>
            </a:fld>
            <a:endParaRPr lang="en-US"/>
          </a:p>
        </p:txBody>
      </p:sp>
      <p:sp>
        <p:nvSpPr>
          <p:cNvPr id="38917" name="Slide Number Placeholder 5"/>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F4C3951-B17E-4AB2-9FB1-A759047E903C}" type="slidenum">
              <a:rPr lang="en-US" altLang="en-US" smtClean="0">
                <a:solidFill>
                  <a:srgbClr val="898989"/>
                </a:solidFill>
              </a:rPr>
              <a:pPr/>
              <a:t>4</a:t>
            </a:fld>
            <a:endParaRPr lang="en-US" altLang="en-US" smtClean="0">
              <a:solidFill>
                <a:srgbClr val="898989"/>
              </a:solidFill>
            </a:endParaRPr>
          </a:p>
        </p:txBody>
      </p:sp>
    </p:spTree>
    <p:extLst>
      <p:ext uri="{BB962C8B-B14F-4D97-AF65-F5344CB8AC3E}">
        <p14:creationId xmlns:p14="http://schemas.microsoft.com/office/powerpoint/2010/main" val="6163591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a:xfrm>
            <a:off x="982663" y="457200"/>
            <a:ext cx="7704137" cy="1981200"/>
          </a:xfrm>
        </p:spPr>
        <p:txBody>
          <a:bodyPr rtlCol="0">
            <a:normAutofit/>
          </a:bodyPr>
          <a:lstStyle/>
          <a:p>
            <a:pPr eaLnBrk="1" fontAlgn="auto" hangingPunct="1">
              <a:spcAft>
                <a:spcPts val="0"/>
              </a:spcAft>
              <a:defRPr/>
            </a:pPr>
            <a:r>
              <a:rPr lang="en-US" smtClean="0">
                <a:solidFill>
                  <a:schemeClr val="tx2">
                    <a:satMod val="200000"/>
                  </a:schemeClr>
                </a:solidFill>
              </a:rPr>
              <a:t>Advantages of computer Based Presentation</a:t>
            </a:r>
          </a:p>
        </p:txBody>
      </p:sp>
      <p:sp>
        <p:nvSpPr>
          <p:cNvPr id="17411" name="Rectangle 3"/>
          <p:cNvSpPr>
            <a:spLocks noGrp="1" noChangeArrowheads="1"/>
          </p:cNvSpPr>
          <p:nvPr>
            <p:ph idx="1"/>
          </p:nvPr>
        </p:nvSpPr>
        <p:spPr>
          <a:xfrm>
            <a:off x="982663" y="2230438"/>
            <a:ext cx="7704137" cy="3789362"/>
          </a:xfrm>
        </p:spPr>
        <p:txBody>
          <a:bodyPr rtlCol="0">
            <a:normAutofit fontScale="62500" lnSpcReduction="20000"/>
          </a:bodyPr>
          <a:lstStyle/>
          <a:p>
            <a:pPr eaLnBrk="1" fontAlgn="auto" hangingPunct="1">
              <a:spcAft>
                <a:spcPts val="0"/>
              </a:spcAft>
              <a:buClr>
                <a:schemeClr val="accent1">
                  <a:lumMod val="75000"/>
                </a:schemeClr>
              </a:buClr>
              <a:buFont typeface="Arial"/>
              <a:buChar char="•"/>
              <a:defRPr/>
            </a:pPr>
            <a:r>
              <a:rPr lang="en-US" altLang="en-US" sz="4600" dirty="0" smtClean="0">
                <a:solidFill>
                  <a:srgbClr val="000000"/>
                </a:solidFill>
              </a:rPr>
              <a:t>Easy preparation of slides</a:t>
            </a:r>
          </a:p>
          <a:p>
            <a:pPr lvl="1" eaLnBrk="1" fontAlgn="auto" hangingPunct="1">
              <a:spcAft>
                <a:spcPts val="0"/>
              </a:spcAft>
              <a:buClr>
                <a:schemeClr val="accent1">
                  <a:lumMod val="75000"/>
                </a:schemeClr>
              </a:buClr>
              <a:buFont typeface="Wingdings" panose="05000000000000000000" pitchFamily="2" charset="2"/>
              <a:buNone/>
              <a:defRPr/>
            </a:pPr>
            <a:r>
              <a:rPr lang="en-US" altLang="en-US" dirty="0" smtClean="0">
                <a:solidFill>
                  <a:srgbClr val="000000"/>
                </a:solidFill>
              </a:rPr>
              <a:t>	It is very easy and fast to create slides on the computer screen rather than transparencies and markers. Adding, deleting, Changing the order of the slide is easier.</a:t>
            </a:r>
          </a:p>
          <a:p>
            <a:pPr eaLnBrk="1" fontAlgn="auto" hangingPunct="1">
              <a:spcAft>
                <a:spcPts val="0"/>
              </a:spcAft>
              <a:buClr>
                <a:schemeClr val="accent1">
                  <a:lumMod val="75000"/>
                </a:schemeClr>
              </a:buClr>
              <a:buFont typeface="Arial"/>
              <a:buChar char="•"/>
              <a:defRPr/>
            </a:pPr>
            <a:r>
              <a:rPr lang="en-US" altLang="en-US" sz="4000" dirty="0" smtClean="0">
                <a:solidFill>
                  <a:srgbClr val="000000"/>
                </a:solidFill>
              </a:rPr>
              <a:t>Easy to maintain a standard format</a:t>
            </a:r>
          </a:p>
          <a:p>
            <a:pPr lvl="1" eaLnBrk="1" fontAlgn="auto" hangingPunct="1">
              <a:spcAft>
                <a:spcPts val="0"/>
              </a:spcAft>
              <a:buClr>
                <a:schemeClr val="accent1">
                  <a:lumMod val="75000"/>
                </a:schemeClr>
              </a:buClr>
              <a:buFont typeface="Wingdings" panose="05000000000000000000" pitchFamily="2" charset="2"/>
              <a:buNone/>
              <a:defRPr/>
            </a:pPr>
            <a:r>
              <a:rPr lang="en-US" altLang="en-US" dirty="0" smtClean="0">
                <a:solidFill>
                  <a:srgbClr val="000000"/>
                </a:solidFill>
              </a:rPr>
              <a:t>	In PowerPoint you can select from many stylish layouts with common color schemes and consistent font styles and sizes to all the slides of the presentation.  It helps to make the presentation more professional.</a:t>
            </a:r>
          </a:p>
          <a:p>
            <a:pPr eaLnBrk="1" fontAlgn="auto" hangingPunct="1">
              <a:spcAft>
                <a:spcPts val="0"/>
              </a:spcAft>
              <a:buClr>
                <a:schemeClr val="accent1">
                  <a:lumMod val="75000"/>
                </a:schemeClr>
              </a:buClr>
              <a:buFont typeface="Arial"/>
              <a:buChar char="•"/>
              <a:defRPr/>
            </a:pPr>
            <a:r>
              <a:rPr lang="en-US" altLang="en-US" sz="4000" dirty="0" smtClean="0">
                <a:solidFill>
                  <a:srgbClr val="000000"/>
                </a:solidFill>
              </a:rPr>
              <a:t>Animation</a:t>
            </a:r>
          </a:p>
          <a:p>
            <a:pPr lvl="1" eaLnBrk="1" fontAlgn="auto" hangingPunct="1">
              <a:spcAft>
                <a:spcPts val="0"/>
              </a:spcAft>
              <a:buClr>
                <a:schemeClr val="accent1">
                  <a:lumMod val="75000"/>
                </a:schemeClr>
              </a:buClr>
              <a:buFont typeface="Wingdings" panose="05000000000000000000" pitchFamily="2" charset="2"/>
              <a:buNone/>
              <a:defRPr/>
            </a:pPr>
            <a:r>
              <a:rPr lang="en-US" altLang="en-US" sz="4000" dirty="0" smtClean="0">
                <a:solidFill>
                  <a:srgbClr val="000000"/>
                </a:solidFill>
              </a:rPr>
              <a:t>	Text,</a:t>
            </a:r>
            <a:r>
              <a:rPr lang="en-US" altLang="en-US" dirty="0" smtClean="0">
                <a:solidFill>
                  <a:srgbClr val="000000"/>
                </a:solidFill>
              </a:rPr>
              <a:t> Graphics can be added to the slides easily. It is possible to add animations to both text and graphics.</a:t>
            </a:r>
          </a:p>
        </p:txBody>
      </p:sp>
      <p:sp>
        <p:nvSpPr>
          <p:cNvPr id="26628" name="Date Placeholder 3"/>
          <p:cNvSpPr>
            <a:spLocks noGrp="1"/>
          </p:cNvSpPr>
          <p:nvPr>
            <p:ph type="dt" sz="quarter" idx="14"/>
          </p:nvPr>
        </p:nvSpPr>
        <p:spPr bwMode="auto">
          <a:ln>
            <a:miter lim="800000"/>
            <a:headEnd/>
            <a:tailEnd/>
          </a:ln>
        </p:spPr>
        <p:txBody>
          <a:bodyPr wrap="square" numCol="1" anchorCtr="0" compatLnSpc="1">
            <a:prstTxWarp prst="textNoShape">
              <a:avLst/>
            </a:prstTxWarp>
          </a:bodyPr>
          <a:lstStyle/>
          <a:p>
            <a:pPr>
              <a:defRPr/>
            </a:pPr>
            <a:fld id="{D58AE635-6BD8-4739-AD15-8247C8564B5D}" type="datetime1">
              <a:rPr lang="en-US"/>
              <a:pPr>
                <a:defRPr/>
              </a:pPr>
              <a:t>7/3/2018</a:t>
            </a:fld>
            <a:endParaRPr lang="en-US"/>
          </a:p>
        </p:txBody>
      </p:sp>
      <p:sp>
        <p:nvSpPr>
          <p:cNvPr id="40965" name="Slide Number Placeholder 5"/>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9095106-B979-420F-8002-FD8BBD8F4790}" type="slidenum">
              <a:rPr lang="en-US" altLang="en-US" smtClean="0">
                <a:solidFill>
                  <a:srgbClr val="898989"/>
                </a:solidFill>
              </a:rPr>
              <a:pPr/>
              <a:t>5</a:t>
            </a:fld>
            <a:endParaRPr lang="en-US" altLang="en-US" smtClean="0">
              <a:solidFill>
                <a:srgbClr val="898989"/>
              </a:solidFill>
            </a:endParaRPr>
          </a:p>
        </p:txBody>
      </p:sp>
    </p:spTree>
    <p:extLst>
      <p:ext uri="{BB962C8B-B14F-4D97-AF65-F5344CB8AC3E}">
        <p14:creationId xmlns:p14="http://schemas.microsoft.com/office/powerpoint/2010/main" val="38422583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982663" y="457200"/>
            <a:ext cx="7704137" cy="1981200"/>
          </a:xfrm>
        </p:spPr>
        <p:txBody>
          <a:bodyPr rtlCol="0">
            <a:normAutofit/>
          </a:bodyPr>
          <a:lstStyle/>
          <a:p>
            <a:pPr eaLnBrk="1" fontAlgn="auto" hangingPunct="1">
              <a:spcAft>
                <a:spcPts val="0"/>
              </a:spcAft>
              <a:defRPr/>
            </a:pPr>
            <a:r>
              <a:rPr lang="en-US" smtClean="0">
                <a:solidFill>
                  <a:schemeClr val="tx2">
                    <a:satMod val="200000"/>
                  </a:schemeClr>
                </a:solidFill>
              </a:rPr>
              <a:t>Advantages of computer Based Presentation………</a:t>
            </a:r>
          </a:p>
        </p:txBody>
      </p:sp>
      <p:sp>
        <p:nvSpPr>
          <p:cNvPr id="18435" name="Rectangle 3"/>
          <p:cNvSpPr>
            <a:spLocks noGrp="1" noChangeArrowheads="1"/>
          </p:cNvSpPr>
          <p:nvPr>
            <p:ph idx="1"/>
          </p:nvPr>
        </p:nvSpPr>
        <p:spPr>
          <a:xfrm>
            <a:off x="982663" y="2667000"/>
            <a:ext cx="7704137" cy="3332163"/>
          </a:xfrm>
        </p:spPr>
        <p:txBody>
          <a:bodyPr rtlCol="0">
            <a:normAutofit fontScale="62500" lnSpcReduction="20000"/>
          </a:bodyPr>
          <a:lstStyle/>
          <a:p>
            <a:pPr eaLnBrk="1" fontAlgn="auto" hangingPunct="1">
              <a:spcAft>
                <a:spcPts val="0"/>
              </a:spcAft>
              <a:buClr>
                <a:schemeClr val="accent1">
                  <a:lumMod val="75000"/>
                </a:schemeClr>
              </a:buClr>
              <a:buFont typeface="Arial"/>
              <a:buChar char="•"/>
              <a:defRPr/>
            </a:pPr>
            <a:r>
              <a:rPr lang="en-US" altLang="en-US" sz="4600" dirty="0" smtClean="0">
                <a:solidFill>
                  <a:srgbClr val="000000"/>
                </a:solidFill>
              </a:rPr>
              <a:t>Multimedia features can be embedded</a:t>
            </a:r>
          </a:p>
          <a:p>
            <a:pPr lvl="1" eaLnBrk="1" fontAlgn="auto" hangingPunct="1">
              <a:spcAft>
                <a:spcPts val="0"/>
              </a:spcAft>
              <a:buClr>
                <a:schemeClr val="accent1">
                  <a:lumMod val="75000"/>
                </a:schemeClr>
              </a:buClr>
              <a:buFont typeface="Arial"/>
              <a:buChar char="•"/>
              <a:defRPr/>
            </a:pPr>
            <a:r>
              <a:rPr lang="en-US" altLang="en-US" dirty="0" smtClean="0">
                <a:solidFill>
                  <a:srgbClr val="000000"/>
                </a:solidFill>
              </a:rPr>
              <a:t>Multimedia features(Sound, video, voice, music) can be embedded to the slides and it makes the presentation more live.</a:t>
            </a:r>
          </a:p>
          <a:p>
            <a:pPr eaLnBrk="1" fontAlgn="auto" hangingPunct="1">
              <a:spcAft>
                <a:spcPts val="0"/>
              </a:spcAft>
              <a:buClr>
                <a:schemeClr val="accent1">
                  <a:lumMod val="75000"/>
                </a:schemeClr>
              </a:buClr>
              <a:buFont typeface="Arial"/>
              <a:buChar char="•"/>
              <a:defRPr/>
            </a:pPr>
            <a:r>
              <a:rPr lang="en-US" altLang="en-US" sz="4000" dirty="0" smtClean="0">
                <a:solidFill>
                  <a:srgbClr val="000000"/>
                </a:solidFill>
              </a:rPr>
              <a:t>Presentation to publish on the World Wide Web quickly</a:t>
            </a:r>
          </a:p>
          <a:p>
            <a:pPr lvl="1" eaLnBrk="1" fontAlgn="auto" hangingPunct="1">
              <a:spcAft>
                <a:spcPts val="0"/>
              </a:spcAft>
              <a:buClr>
                <a:schemeClr val="accent1">
                  <a:lumMod val="75000"/>
                </a:schemeClr>
              </a:buClr>
              <a:buFont typeface="Arial"/>
              <a:buChar char="•"/>
              <a:defRPr/>
            </a:pPr>
            <a:r>
              <a:rPr lang="en-US" altLang="en-US" dirty="0" smtClean="0">
                <a:solidFill>
                  <a:srgbClr val="000000"/>
                </a:solidFill>
              </a:rPr>
              <a:t>PowerPoint takes care of the details of converting your slide shows to HTML and it automatically adds navigation buttons and homepage that has links to each of your slides.</a:t>
            </a:r>
          </a:p>
          <a:p>
            <a:pPr eaLnBrk="1" fontAlgn="auto" hangingPunct="1">
              <a:spcAft>
                <a:spcPts val="0"/>
              </a:spcAft>
              <a:buClr>
                <a:schemeClr val="accent1">
                  <a:lumMod val="75000"/>
                </a:schemeClr>
              </a:buClr>
              <a:buFont typeface="Arial"/>
              <a:buChar char="•"/>
              <a:defRPr/>
            </a:pPr>
            <a:r>
              <a:rPr lang="en-US" altLang="en-US" sz="4500" dirty="0" smtClean="0">
                <a:solidFill>
                  <a:srgbClr val="000000"/>
                </a:solidFill>
              </a:rPr>
              <a:t>Facility to add additional notes</a:t>
            </a:r>
          </a:p>
          <a:p>
            <a:pPr lvl="1" eaLnBrk="1" fontAlgn="auto" hangingPunct="1">
              <a:spcAft>
                <a:spcPts val="0"/>
              </a:spcAft>
              <a:buClr>
                <a:schemeClr val="accent1">
                  <a:lumMod val="75000"/>
                </a:schemeClr>
              </a:buClr>
              <a:buFont typeface="Arial"/>
              <a:buChar char="•"/>
              <a:defRPr/>
            </a:pPr>
            <a:r>
              <a:rPr lang="en-US" altLang="en-US" dirty="0" smtClean="0">
                <a:solidFill>
                  <a:srgbClr val="000000"/>
                </a:solidFill>
              </a:rPr>
              <a:t>There is an opportunity to add additional notes to a slide in MS PowerPoint. It is useful for the speaker</a:t>
            </a:r>
          </a:p>
        </p:txBody>
      </p:sp>
      <p:sp>
        <p:nvSpPr>
          <p:cNvPr id="27652" name="Date Placeholder 3"/>
          <p:cNvSpPr>
            <a:spLocks noGrp="1"/>
          </p:cNvSpPr>
          <p:nvPr>
            <p:ph type="dt" sz="quarter" idx="14"/>
          </p:nvPr>
        </p:nvSpPr>
        <p:spPr bwMode="auto">
          <a:ln>
            <a:miter lim="800000"/>
            <a:headEnd/>
            <a:tailEnd/>
          </a:ln>
        </p:spPr>
        <p:txBody>
          <a:bodyPr wrap="square" numCol="1" anchorCtr="0" compatLnSpc="1">
            <a:prstTxWarp prst="textNoShape">
              <a:avLst/>
            </a:prstTxWarp>
          </a:bodyPr>
          <a:lstStyle/>
          <a:p>
            <a:pPr>
              <a:defRPr/>
            </a:pPr>
            <a:fld id="{C502FC83-F8B2-4E1E-B6A3-A9D3F6869F94}" type="datetime1">
              <a:rPr lang="en-US"/>
              <a:pPr>
                <a:defRPr/>
              </a:pPr>
              <a:t>7/3/2018</a:t>
            </a:fld>
            <a:endParaRPr lang="en-US"/>
          </a:p>
        </p:txBody>
      </p:sp>
      <p:sp>
        <p:nvSpPr>
          <p:cNvPr id="43013" name="Slide Number Placeholder 5"/>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72E7407-DCC7-4F23-88AC-A72D97094197}" type="slidenum">
              <a:rPr lang="en-US" altLang="en-US" smtClean="0">
                <a:solidFill>
                  <a:srgbClr val="898989"/>
                </a:solidFill>
              </a:rPr>
              <a:pPr/>
              <a:t>6</a:t>
            </a:fld>
            <a:endParaRPr lang="en-US" altLang="en-US" smtClean="0">
              <a:solidFill>
                <a:srgbClr val="898989"/>
              </a:solidFill>
            </a:endParaRPr>
          </a:p>
        </p:txBody>
      </p:sp>
    </p:spTree>
    <p:extLst>
      <p:ext uri="{BB962C8B-B14F-4D97-AF65-F5344CB8AC3E}">
        <p14:creationId xmlns:p14="http://schemas.microsoft.com/office/powerpoint/2010/main" val="6727535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a:xfrm>
            <a:off x="982663" y="457200"/>
            <a:ext cx="7704137" cy="1981200"/>
          </a:xfrm>
        </p:spPr>
        <p:txBody>
          <a:bodyPr rtlCol="0">
            <a:normAutofit/>
          </a:bodyPr>
          <a:lstStyle/>
          <a:p>
            <a:pPr eaLnBrk="1" fontAlgn="auto" hangingPunct="1">
              <a:spcAft>
                <a:spcPts val="0"/>
              </a:spcAft>
              <a:defRPr/>
            </a:pPr>
            <a:r>
              <a:rPr lang="en-US" smtClean="0">
                <a:solidFill>
                  <a:schemeClr val="tx2">
                    <a:satMod val="200000"/>
                  </a:schemeClr>
                </a:solidFill>
              </a:rPr>
              <a:t>Advantages of computer Based Presentation………</a:t>
            </a:r>
          </a:p>
        </p:txBody>
      </p:sp>
      <p:sp>
        <p:nvSpPr>
          <p:cNvPr id="45059" name="Rectangle 3"/>
          <p:cNvSpPr>
            <a:spLocks noGrp="1" noChangeArrowheads="1"/>
          </p:cNvSpPr>
          <p:nvPr>
            <p:ph idx="1"/>
          </p:nvPr>
        </p:nvSpPr>
        <p:spPr>
          <a:xfrm>
            <a:off x="982663" y="2667000"/>
            <a:ext cx="7704137" cy="3332163"/>
          </a:xfrm>
        </p:spPr>
        <p:txBody>
          <a:bodyPr/>
          <a:lstStyle/>
          <a:p>
            <a:pPr eaLnBrk="1" hangingPunct="1"/>
            <a:r>
              <a:rPr lang="en-US" altLang="en-US" smtClean="0">
                <a:solidFill>
                  <a:srgbClr val="000000"/>
                </a:solidFill>
              </a:rPr>
              <a:t>Easy navigation</a:t>
            </a:r>
          </a:p>
          <a:p>
            <a:pPr lvl="1" eaLnBrk="1" hangingPunct="1"/>
            <a:r>
              <a:rPr lang="en-US" altLang="en-US" smtClean="0">
                <a:solidFill>
                  <a:srgbClr val="000000"/>
                </a:solidFill>
              </a:rPr>
              <a:t>MS Power Point facilitates to define links among the slide and any other files or to URL(universal resource locator)</a:t>
            </a:r>
          </a:p>
        </p:txBody>
      </p:sp>
      <p:sp>
        <p:nvSpPr>
          <p:cNvPr id="28676" name="Date Placeholder 3"/>
          <p:cNvSpPr>
            <a:spLocks noGrp="1"/>
          </p:cNvSpPr>
          <p:nvPr>
            <p:ph type="dt" sz="quarter" idx="14"/>
          </p:nvPr>
        </p:nvSpPr>
        <p:spPr bwMode="auto">
          <a:ln>
            <a:miter lim="800000"/>
            <a:headEnd/>
            <a:tailEnd/>
          </a:ln>
        </p:spPr>
        <p:txBody>
          <a:bodyPr wrap="square" numCol="1" anchorCtr="0" compatLnSpc="1">
            <a:prstTxWarp prst="textNoShape">
              <a:avLst/>
            </a:prstTxWarp>
          </a:bodyPr>
          <a:lstStyle/>
          <a:p>
            <a:pPr>
              <a:defRPr/>
            </a:pPr>
            <a:fld id="{0DB830C2-38AC-4186-BC52-DA2B157A5F08}" type="datetime1">
              <a:rPr lang="en-US"/>
              <a:pPr>
                <a:defRPr/>
              </a:pPr>
              <a:t>7/3/2018</a:t>
            </a:fld>
            <a:endParaRPr lang="en-US"/>
          </a:p>
        </p:txBody>
      </p:sp>
      <p:sp>
        <p:nvSpPr>
          <p:cNvPr id="45061" name="Slide Number Placeholder 5"/>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5C632B6-C7F8-4CF2-9389-DF1A1101F75C}" type="slidenum">
              <a:rPr lang="en-US" altLang="en-US" smtClean="0">
                <a:solidFill>
                  <a:srgbClr val="898989"/>
                </a:solidFill>
              </a:rPr>
              <a:pPr/>
              <a:t>7</a:t>
            </a:fld>
            <a:endParaRPr lang="en-US" altLang="en-US" smtClean="0">
              <a:solidFill>
                <a:srgbClr val="898989"/>
              </a:solidFill>
            </a:endParaRPr>
          </a:p>
        </p:txBody>
      </p:sp>
      <p:sp>
        <p:nvSpPr>
          <p:cNvPr id="45062" name="AutoShape 4">
            <a:hlinkClick r:id="" action="ppaction://hlinkshowjump?jump=previousslide" highlightClick="1"/>
          </p:cNvPr>
          <p:cNvSpPr>
            <a:spLocks noChangeArrowheads="1"/>
          </p:cNvSpPr>
          <p:nvPr/>
        </p:nvSpPr>
        <p:spPr bwMode="auto">
          <a:xfrm>
            <a:off x="4343400" y="5029200"/>
            <a:ext cx="838200" cy="533400"/>
          </a:xfrm>
          <a:prstGeom prst="actionButtonBackPrevious">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GB" altLang="en-US"/>
          </a:p>
        </p:txBody>
      </p:sp>
    </p:spTree>
    <p:extLst>
      <p:ext uri="{BB962C8B-B14F-4D97-AF65-F5344CB8AC3E}">
        <p14:creationId xmlns:p14="http://schemas.microsoft.com/office/powerpoint/2010/main" val="33142622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normAutofit fontScale="90000"/>
          </a:bodyPr>
          <a:lstStyle/>
          <a:p>
            <a:pPr eaLnBrk="1" hangingPunct="1"/>
            <a:r>
              <a:rPr lang="en-US" altLang="en-US" smtClean="0"/>
              <a:t>Describe guideline to design an effective presentation</a:t>
            </a:r>
          </a:p>
        </p:txBody>
      </p:sp>
      <p:sp>
        <p:nvSpPr>
          <p:cNvPr id="7171" name="Rectangle 3"/>
          <p:cNvSpPr>
            <a:spLocks noGrp="1" noChangeArrowheads="1"/>
          </p:cNvSpPr>
          <p:nvPr>
            <p:ph sz="half" idx="1"/>
          </p:nvPr>
        </p:nvSpPr>
        <p:spPr>
          <a:xfrm>
            <a:off x="914400" y="1828800"/>
            <a:ext cx="3924300" cy="3429000"/>
          </a:xfrm>
        </p:spPr>
        <p:txBody>
          <a:bodyPr rtlCol="0">
            <a:normAutofit lnSpcReduction="10000"/>
          </a:bodyPr>
          <a:lstStyle/>
          <a:p>
            <a:pPr eaLnBrk="1" fontAlgn="auto" hangingPunct="1">
              <a:lnSpc>
                <a:spcPct val="90000"/>
              </a:lnSpc>
              <a:spcAft>
                <a:spcPts val="0"/>
              </a:spcAft>
              <a:buClr>
                <a:schemeClr val="accent1">
                  <a:lumMod val="75000"/>
                </a:schemeClr>
              </a:buClr>
              <a:buFont typeface="Arial"/>
              <a:buChar char="•"/>
              <a:defRPr/>
            </a:pPr>
            <a:r>
              <a:rPr lang="en-US" altLang="en-US" sz="2400" dirty="0" smtClean="0"/>
              <a:t>Outlines</a:t>
            </a:r>
          </a:p>
          <a:p>
            <a:pPr eaLnBrk="1" fontAlgn="auto" hangingPunct="1">
              <a:lnSpc>
                <a:spcPct val="90000"/>
              </a:lnSpc>
              <a:spcAft>
                <a:spcPts val="0"/>
              </a:spcAft>
              <a:buClr>
                <a:schemeClr val="accent1">
                  <a:lumMod val="75000"/>
                </a:schemeClr>
              </a:buClr>
              <a:buFont typeface="Arial"/>
              <a:buChar char="•"/>
              <a:defRPr/>
            </a:pPr>
            <a:r>
              <a:rPr lang="en-US" altLang="en-US" sz="2400" dirty="0" smtClean="0"/>
              <a:t>Slide Structure</a:t>
            </a:r>
          </a:p>
          <a:p>
            <a:pPr eaLnBrk="1" fontAlgn="auto" hangingPunct="1">
              <a:lnSpc>
                <a:spcPct val="90000"/>
              </a:lnSpc>
              <a:spcAft>
                <a:spcPts val="0"/>
              </a:spcAft>
              <a:buClr>
                <a:schemeClr val="accent1">
                  <a:lumMod val="75000"/>
                </a:schemeClr>
              </a:buClr>
              <a:buFont typeface="Arial"/>
              <a:buChar char="•"/>
              <a:defRPr/>
            </a:pPr>
            <a:r>
              <a:rPr lang="en-US" altLang="en-US" sz="2400" dirty="0" smtClean="0"/>
              <a:t>Fonts</a:t>
            </a:r>
          </a:p>
          <a:p>
            <a:pPr eaLnBrk="1" fontAlgn="auto" hangingPunct="1">
              <a:lnSpc>
                <a:spcPct val="90000"/>
              </a:lnSpc>
              <a:spcAft>
                <a:spcPts val="0"/>
              </a:spcAft>
              <a:buClr>
                <a:schemeClr val="accent1">
                  <a:lumMod val="75000"/>
                </a:schemeClr>
              </a:buClr>
              <a:buFont typeface="Arial"/>
              <a:buChar char="•"/>
              <a:defRPr/>
            </a:pPr>
            <a:r>
              <a:rPr lang="en-US" altLang="en-US" sz="2400" dirty="0" err="1" smtClean="0"/>
              <a:t>Colour</a:t>
            </a:r>
            <a:endParaRPr lang="en-US" altLang="en-US" sz="2400" dirty="0" smtClean="0"/>
          </a:p>
          <a:p>
            <a:pPr eaLnBrk="1" fontAlgn="auto" hangingPunct="1">
              <a:lnSpc>
                <a:spcPct val="90000"/>
              </a:lnSpc>
              <a:spcAft>
                <a:spcPts val="0"/>
              </a:spcAft>
              <a:buClr>
                <a:schemeClr val="accent1">
                  <a:lumMod val="75000"/>
                </a:schemeClr>
              </a:buClr>
              <a:buFont typeface="Arial"/>
              <a:buChar char="•"/>
              <a:defRPr/>
            </a:pPr>
            <a:r>
              <a:rPr lang="en-US" altLang="en-US" sz="2400" dirty="0" smtClean="0"/>
              <a:t>Background</a:t>
            </a:r>
          </a:p>
          <a:p>
            <a:pPr eaLnBrk="1" fontAlgn="auto" hangingPunct="1">
              <a:lnSpc>
                <a:spcPct val="90000"/>
              </a:lnSpc>
              <a:spcAft>
                <a:spcPts val="0"/>
              </a:spcAft>
              <a:buClr>
                <a:schemeClr val="accent1">
                  <a:lumMod val="75000"/>
                </a:schemeClr>
              </a:buClr>
              <a:buFont typeface="Arial"/>
              <a:buChar char="•"/>
              <a:defRPr/>
            </a:pPr>
            <a:r>
              <a:rPr lang="en-US" altLang="en-US" sz="2400" dirty="0" smtClean="0"/>
              <a:t>Graphs</a:t>
            </a:r>
          </a:p>
          <a:p>
            <a:pPr eaLnBrk="1" fontAlgn="auto" hangingPunct="1">
              <a:lnSpc>
                <a:spcPct val="90000"/>
              </a:lnSpc>
              <a:spcAft>
                <a:spcPts val="0"/>
              </a:spcAft>
              <a:buClr>
                <a:schemeClr val="accent1">
                  <a:lumMod val="75000"/>
                </a:schemeClr>
              </a:buClr>
              <a:buFont typeface="Arial"/>
              <a:buChar char="•"/>
              <a:defRPr/>
            </a:pPr>
            <a:r>
              <a:rPr lang="en-US" altLang="en-US" sz="2400" dirty="0" smtClean="0"/>
              <a:t>Spelling and Grammar</a:t>
            </a:r>
          </a:p>
          <a:p>
            <a:pPr eaLnBrk="1" fontAlgn="auto" hangingPunct="1">
              <a:lnSpc>
                <a:spcPct val="90000"/>
              </a:lnSpc>
              <a:spcAft>
                <a:spcPts val="0"/>
              </a:spcAft>
              <a:buClr>
                <a:schemeClr val="accent1">
                  <a:lumMod val="75000"/>
                </a:schemeClr>
              </a:buClr>
              <a:buFont typeface="Arial"/>
              <a:buChar char="•"/>
              <a:defRPr/>
            </a:pPr>
            <a:r>
              <a:rPr lang="en-US" altLang="en-US" sz="2400" dirty="0" smtClean="0"/>
              <a:t>Conclusions</a:t>
            </a:r>
          </a:p>
          <a:p>
            <a:pPr eaLnBrk="1" fontAlgn="auto" hangingPunct="1">
              <a:lnSpc>
                <a:spcPct val="90000"/>
              </a:lnSpc>
              <a:spcAft>
                <a:spcPts val="0"/>
              </a:spcAft>
              <a:buClr>
                <a:schemeClr val="accent1">
                  <a:lumMod val="75000"/>
                </a:schemeClr>
              </a:buClr>
              <a:buFont typeface="Arial"/>
              <a:buChar char="•"/>
              <a:defRPr/>
            </a:pPr>
            <a:r>
              <a:rPr lang="en-US" altLang="en-US" sz="2400" dirty="0" smtClean="0"/>
              <a:t>Questions</a:t>
            </a:r>
          </a:p>
          <a:p>
            <a:pPr eaLnBrk="1" fontAlgn="auto" hangingPunct="1">
              <a:lnSpc>
                <a:spcPct val="90000"/>
              </a:lnSpc>
              <a:spcAft>
                <a:spcPts val="0"/>
              </a:spcAft>
              <a:buClr>
                <a:schemeClr val="accent1">
                  <a:lumMod val="75000"/>
                </a:schemeClr>
              </a:buClr>
              <a:buFont typeface="Arial"/>
              <a:buChar char="•"/>
              <a:defRPr/>
            </a:pPr>
            <a:endParaRPr lang="en-US" altLang="en-US" sz="2400" dirty="0" smtClean="0"/>
          </a:p>
          <a:p>
            <a:pPr eaLnBrk="1" fontAlgn="auto" hangingPunct="1">
              <a:lnSpc>
                <a:spcPct val="90000"/>
              </a:lnSpc>
              <a:spcAft>
                <a:spcPts val="0"/>
              </a:spcAft>
              <a:buClr>
                <a:schemeClr val="accent1">
                  <a:lumMod val="75000"/>
                </a:schemeClr>
              </a:buClr>
              <a:buFont typeface="Wingdings" panose="05000000000000000000" pitchFamily="2" charset="2"/>
              <a:buNone/>
              <a:defRPr/>
            </a:pPr>
            <a:endParaRPr lang="en-US" altLang="en-US" sz="2400" dirty="0" smtClean="0"/>
          </a:p>
          <a:p>
            <a:pPr eaLnBrk="1" fontAlgn="auto" hangingPunct="1">
              <a:lnSpc>
                <a:spcPct val="90000"/>
              </a:lnSpc>
              <a:spcAft>
                <a:spcPts val="0"/>
              </a:spcAft>
              <a:buClr>
                <a:schemeClr val="accent1">
                  <a:lumMod val="75000"/>
                </a:schemeClr>
              </a:buClr>
              <a:buFont typeface="Arial"/>
              <a:buChar char="•"/>
              <a:defRPr/>
            </a:pPr>
            <a:endParaRPr lang="en-US" altLang="en-US" sz="2400" dirty="0" smtClean="0"/>
          </a:p>
          <a:p>
            <a:pPr eaLnBrk="1" fontAlgn="auto" hangingPunct="1">
              <a:lnSpc>
                <a:spcPct val="90000"/>
              </a:lnSpc>
              <a:spcAft>
                <a:spcPts val="0"/>
              </a:spcAft>
              <a:buClr>
                <a:schemeClr val="accent1">
                  <a:lumMod val="75000"/>
                </a:schemeClr>
              </a:buClr>
              <a:buFont typeface="Arial"/>
              <a:buChar char="•"/>
              <a:defRPr/>
            </a:pPr>
            <a:endParaRPr lang="en-US" altLang="en-US" sz="2400" dirty="0" smtClean="0"/>
          </a:p>
        </p:txBody>
      </p:sp>
      <p:sp>
        <p:nvSpPr>
          <p:cNvPr id="7172" name="Rectangle 4"/>
          <p:cNvSpPr>
            <a:spLocks noGrp="1" noChangeArrowheads="1"/>
          </p:cNvSpPr>
          <p:nvPr>
            <p:ph sz="half" idx="2"/>
          </p:nvPr>
        </p:nvSpPr>
        <p:spPr>
          <a:xfrm>
            <a:off x="4991100" y="2667000"/>
            <a:ext cx="3924300" cy="3429000"/>
          </a:xfrm>
        </p:spPr>
        <p:txBody>
          <a:bodyPr rtlCol="0">
            <a:normAutofit lnSpcReduction="10000"/>
          </a:bodyPr>
          <a:lstStyle/>
          <a:p>
            <a:pPr eaLnBrk="1" fontAlgn="auto" hangingPunct="1">
              <a:spcAft>
                <a:spcPts val="0"/>
              </a:spcAft>
              <a:buClr>
                <a:schemeClr val="accent1">
                  <a:lumMod val="75000"/>
                </a:schemeClr>
              </a:buClr>
              <a:buFont typeface="Arial"/>
              <a:buChar char="•"/>
              <a:defRPr/>
            </a:pPr>
            <a:endParaRPr lang="en-US" altLang="en-US" sz="2400" dirty="0" smtClean="0"/>
          </a:p>
          <a:p>
            <a:pPr eaLnBrk="1" fontAlgn="auto" hangingPunct="1">
              <a:spcAft>
                <a:spcPts val="0"/>
              </a:spcAft>
              <a:buClr>
                <a:schemeClr val="accent1">
                  <a:lumMod val="75000"/>
                </a:schemeClr>
              </a:buClr>
              <a:buFont typeface="Arial"/>
              <a:buChar char="•"/>
              <a:defRPr/>
            </a:pPr>
            <a:endParaRPr lang="en-US" altLang="en-US" sz="2400" dirty="0" smtClean="0"/>
          </a:p>
        </p:txBody>
      </p:sp>
    </p:spTree>
    <p:extLst>
      <p:ext uri="{BB962C8B-B14F-4D97-AF65-F5344CB8AC3E}">
        <p14:creationId xmlns:p14="http://schemas.microsoft.com/office/powerpoint/2010/main" val="24326702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990600" y="-228600"/>
            <a:ext cx="7704137" cy="1981200"/>
          </a:xfrm>
        </p:spPr>
        <p:txBody>
          <a:bodyPr/>
          <a:lstStyle/>
          <a:p>
            <a:pPr eaLnBrk="1" hangingPunct="1"/>
            <a:r>
              <a:rPr lang="en-US" altLang="en-US" dirty="0" smtClean="0"/>
              <a:t>Outline	</a:t>
            </a:r>
          </a:p>
        </p:txBody>
      </p:sp>
      <p:sp>
        <p:nvSpPr>
          <p:cNvPr id="26627" name="Rectangle 3"/>
          <p:cNvSpPr>
            <a:spLocks noGrp="1" noChangeArrowheads="1"/>
          </p:cNvSpPr>
          <p:nvPr>
            <p:ph idx="1"/>
          </p:nvPr>
        </p:nvSpPr>
        <p:spPr>
          <a:xfrm>
            <a:off x="1219200" y="1447800"/>
            <a:ext cx="7704138" cy="3332163"/>
          </a:xfrm>
        </p:spPr>
        <p:txBody>
          <a:bodyPr rtlCol="0">
            <a:normAutofit/>
          </a:bodyPr>
          <a:lstStyle/>
          <a:p>
            <a:pPr eaLnBrk="1" fontAlgn="auto" hangingPunct="1">
              <a:spcAft>
                <a:spcPts val="0"/>
              </a:spcAft>
              <a:defRPr/>
            </a:pPr>
            <a:r>
              <a:rPr lang="en-US" altLang="en-US" smtClean="0"/>
              <a:t>Make your 1</a:t>
            </a:r>
            <a:r>
              <a:rPr lang="en-US" altLang="en-US" baseline="30000" smtClean="0"/>
              <a:t>st</a:t>
            </a:r>
            <a:r>
              <a:rPr lang="en-US" altLang="en-US" smtClean="0"/>
              <a:t> or 2</a:t>
            </a:r>
            <a:r>
              <a:rPr lang="en-US" altLang="en-US" baseline="30000" smtClean="0"/>
              <a:t>nd</a:t>
            </a:r>
            <a:r>
              <a:rPr lang="en-US" altLang="en-US" smtClean="0"/>
              <a:t> slide an outline of your presentation</a:t>
            </a:r>
          </a:p>
          <a:p>
            <a:pPr eaLnBrk="1" fontAlgn="auto" hangingPunct="1">
              <a:spcAft>
                <a:spcPts val="0"/>
              </a:spcAft>
              <a:defRPr/>
            </a:pPr>
            <a:r>
              <a:rPr lang="en-US" altLang="en-US" smtClean="0"/>
              <a:t>Follow the order of your outline for the rest of the presentation</a:t>
            </a:r>
          </a:p>
          <a:p>
            <a:pPr eaLnBrk="1" fontAlgn="auto" hangingPunct="1">
              <a:spcAft>
                <a:spcPts val="0"/>
              </a:spcAft>
              <a:defRPr/>
            </a:pPr>
            <a:r>
              <a:rPr lang="en-US" altLang="en-US" smtClean="0"/>
              <a:t>Only place main points on the outline slide</a:t>
            </a:r>
          </a:p>
          <a:p>
            <a:pPr lvl="1" eaLnBrk="1" fontAlgn="auto" hangingPunct="1">
              <a:spcAft>
                <a:spcPts val="0"/>
              </a:spcAft>
              <a:defRPr/>
            </a:pPr>
            <a:r>
              <a:rPr lang="en-US" altLang="en-US" smtClean="0"/>
              <a:t>Ex: Use the titles of each slide as main points</a:t>
            </a:r>
          </a:p>
        </p:txBody>
      </p:sp>
    </p:spTree>
    <p:extLst>
      <p:ext uri="{BB962C8B-B14F-4D97-AF65-F5344CB8AC3E}">
        <p14:creationId xmlns:p14="http://schemas.microsoft.com/office/powerpoint/2010/main" val="29577629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982663" y="457200"/>
            <a:ext cx="7704137" cy="1981200"/>
          </a:xfrm>
        </p:spPr>
        <p:txBody>
          <a:bodyPr/>
          <a:lstStyle/>
          <a:p>
            <a:pPr eaLnBrk="1" hangingPunct="1"/>
            <a:r>
              <a:rPr lang="en-US" altLang="en-US" smtClean="0"/>
              <a:t>Slide Structure – Good</a:t>
            </a:r>
          </a:p>
        </p:txBody>
      </p:sp>
      <p:sp>
        <p:nvSpPr>
          <p:cNvPr id="27651" name="Rectangle 3"/>
          <p:cNvSpPr>
            <a:spLocks noGrp="1" noChangeArrowheads="1"/>
          </p:cNvSpPr>
          <p:nvPr>
            <p:ph idx="1"/>
          </p:nvPr>
        </p:nvSpPr>
        <p:spPr>
          <a:xfrm>
            <a:off x="982663" y="2430463"/>
            <a:ext cx="7704137" cy="3332162"/>
          </a:xfrm>
        </p:spPr>
        <p:txBody>
          <a:bodyPr rtlCol="0">
            <a:normAutofit fontScale="92500"/>
          </a:bodyPr>
          <a:lstStyle/>
          <a:p>
            <a:pPr eaLnBrk="1" fontAlgn="auto" hangingPunct="1">
              <a:spcAft>
                <a:spcPts val="0"/>
              </a:spcAft>
              <a:defRPr/>
            </a:pPr>
            <a:r>
              <a:rPr lang="en-US" altLang="en-US" smtClean="0"/>
              <a:t>Use 1-2 slides per minute of your presentation</a:t>
            </a:r>
          </a:p>
          <a:p>
            <a:pPr eaLnBrk="1" fontAlgn="auto" hangingPunct="1">
              <a:spcAft>
                <a:spcPts val="0"/>
              </a:spcAft>
              <a:defRPr/>
            </a:pPr>
            <a:r>
              <a:rPr lang="en-US" altLang="en-US" smtClean="0"/>
              <a:t>Write in point form, not complete sentences</a:t>
            </a:r>
          </a:p>
          <a:p>
            <a:pPr eaLnBrk="1" fontAlgn="auto" hangingPunct="1">
              <a:spcAft>
                <a:spcPts val="0"/>
              </a:spcAft>
              <a:defRPr/>
            </a:pPr>
            <a:r>
              <a:rPr lang="en-US" altLang="en-US" smtClean="0"/>
              <a:t>Include 4-5 points per slide</a:t>
            </a:r>
          </a:p>
          <a:p>
            <a:pPr eaLnBrk="1" fontAlgn="auto" hangingPunct="1">
              <a:spcAft>
                <a:spcPts val="0"/>
              </a:spcAft>
              <a:defRPr/>
            </a:pPr>
            <a:r>
              <a:rPr lang="en-US" altLang="en-US" smtClean="0"/>
              <a:t>Avoid wordiness: use key words and phrases only</a:t>
            </a:r>
          </a:p>
          <a:p>
            <a:pPr eaLnBrk="1" fontAlgn="auto" hangingPunct="1">
              <a:spcAft>
                <a:spcPts val="0"/>
              </a:spcAft>
              <a:buFont typeface="Wingdings" panose="05000000000000000000" pitchFamily="2" charset="2"/>
              <a:buNone/>
              <a:defRPr/>
            </a:pPr>
            <a:endParaRPr lang="en-US" altLang="en-US" smtClean="0"/>
          </a:p>
        </p:txBody>
      </p:sp>
    </p:spTree>
    <p:extLst>
      <p:ext uri="{BB962C8B-B14F-4D97-AF65-F5344CB8AC3E}">
        <p14:creationId xmlns:p14="http://schemas.microsoft.com/office/powerpoint/2010/main" val="23039368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982663" y="457200"/>
            <a:ext cx="7704137" cy="1981200"/>
          </a:xfrm>
        </p:spPr>
        <p:txBody>
          <a:bodyPr/>
          <a:lstStyle/>
          <a:p>
            <a:pPr eaLnBrk="1" hangingPunct="1"/>
            <a:r>
              <a:rPr lang="en-US" altLang="en-US" smtClean="0"/>
              <a:t>Slide Structure - Bad</a:t>
            </a:r>
          </a:p>
        </p:txBody>
      </p:sp>
      <p:sp>
        <p:nvSpPr>
          <p:cNvPr id="28675" name="Rectangle 3"/>
          <p:cNvSpPr>
            <a:spLocks noGrp="1" noChangeArrowheads="1"/>
          </p:cNvSpPr>
          <p:nvPr>
            <p:ph idx="1"/>
          </p:nvPr>
        </p:nvSpPr>
        <p:spPr>
          <a:xfrm>
            <a:off x="982663" y="2286000"/>
            <a:ext cx="7704137" cy="3332163"/>
          </a:xfrm>
        </p:spPr>
        <p:txBody>
          <a:bodyPr rtlCol="0">
            <a:normAutofit fontScale="92500" lnSpcReduction="20000"/>
          </a:bodyPr>
          <a:lstStyle/>
          <a:p>
            <a:pPr eaLnBrk="1" fontAlgn="auto" hangingPunct="1">
              <a:lnSpc>
                <a:spcPct val="90000"/>
              </a:lnSpc>
              <a:spcAft>
                <a:spcPts val="0"/>
              </a:spcAft>
              <a:defRPr/>
            </a:pPr>
            <a:r>
              <a:rPr lang="en-US" altLang="en-US" smtClean="0"/>
              <a:t>This page contains too many words for a presentation slide.  It is not written in point form, making it difficult both for your audience to read and for you to present each point. Although there are exactly the same number of points on this slide as the previous slide, it looks much more complicated.  In short, your audience will spend too much time trying to read this paragraph instead of listening to you.</a:t>
            </a:r>
          </a:p>
        </p:txBody>
      </p:sp>
    </p:spTree>
    <p:extLst>
      <p:ext uri="{BB962C8B-B14F-4D97-AF65-F5344CB8AC3E}">
        <p14:creationId xmlns:p14="http://schemas.microsoft.com/office/powerpoint/2010/main" val="31969741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982663" y="457200"/>
            <a:ext cx="7704137" cy="1981200"/>
          </a:xfrm>
        </p:spPr>
        <p:txBody>
          <a:bodyPr/>
          <a:lstStyle/>
          <a:p>
            <a:pPr eaLnBrk="1" hangingPunct="1"/>
            <a:r>
              <a:rPr lang="en-US" altLang="en-US" smtClean="0"/>
              <a:t>Slide Structure – Good</a:t>
            </a:r>
          </a:p>
        </p:txBody>
      </p:sp>
      <p:sp>
        <p:nvSpPr>
          <p:cNvPr id="34819" name="Rectangle 3"/>
          <p:cNvSpPr>
            <a:spLocks noGrp="1" noChangeArrowheads="1"/>
          </p:cNvSpPr>
          <p:nvPr>
            <p:ph idx="1"/>
          </p:nvPr>
        </p:nvSpPr>
        <p:spPr>
          <a:xfrm>
            <a:off x="982663" y="2133600"/>
            <a:ext cx="7704137" cy="3332163"/>
          </a:xfrm>
        </p:spPr>
        <p:txBody>
          <a:bodyPr rtlCol="0">
            <a:normAutofit/>
          </a:bodyPr>
          <a:lstStyle/>
          <a:p>
            <a:pPr eaLnBrk="1" fontAlgn="auto" hangingPunct="1">
              <a:spcAft>
                <a:spcPts val="0"/>
              </a:spcAft>
              <a:defRPr/>
            </a:pPr>
            <a:r>
              <a:rPr lang="en-US" altLang="en-US" smtClean="0"/>
              <a:t>Show one point at a time:</a:t>
            </a:r>
          </a:p>
          <a:p>
            <a:pPr lvl="1" eaLnBrk="1" fontAlgn="auto" hangingPunct="1">
              <a:spcAft>
                <a:spcPts val="0"/>
              </a:spcAft>
              <a:defRPr/>
            </a:pPr>
            <a:r>
              <a:rPr lang="en-US" altLang="en-US" smtClean="0"/>
              <a:t>Will help audience concentrate on what you are saying</a:t>
            </a:r>
          </a:p>
          <a:p>
            <a:pPr lvl="1" eaLnBrk="1" fontAlgn="auto" hangingPunct="1">
              <a:spcAft>
                <a:spcPts val="0"/>
              </a:spcAft>
              <a:defRPr/>
            </a:pPr>
            <a:r>
              <a:rPr lang="en-US" altLang="en-US" smtClean="0"/>
              <a:t>Will prevent audience from reading ahead</a:t>
            </a:r>
          </a:p>
          <a:p>
            <a:pPr lvl="1" eaLnBrk="1" fontAlgn="auto" hangingPunct="1">
              <a:spcAft>
                <a:spcPts val="0"/>
              </a:spcAft>
              <a:defRPr/>
            </a:pPr>
            <a:r>
              <a:rPr lang="en-US" altLang="en-US" smtClean="0"/>
              <a:t>Will help you keep your presentation focused</a:t>
            </a:r>
          </a:p>
        </p:txBody>
      </p:sp>
    </p:spTree>
    <p:extLst>
      <p:ext uri="{BB962C8B-B14F-4D97-AF65-F5344CB8AC3E}">
        <p14:creationId xmlns:p14="http://schemas.microsoft.com/office/powerpoint/2010/main" val="18769129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48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481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481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48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bldLvl="2"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982663" y="457200"/>
            <a:ext cx="7704137" cy="1981200"/>
          </a:xfrm>
        </p:spPr>
        <p:txBody>
          <a:bodyPr/>
          <a:lstStyle/>
          <a:p>
            <a:pPr eaLnBrk="1" hangingPunct="1"/>
            <a:r>
              <a:rPr lang="en-US" altLang="en-US" smtClean="0"/>
              <a:t>Slide Structure - Bad</a:t>
            </a:r>
          </a:p>
        </p:txBody>
      </p:sp>
      <p:sp>
        <p:nvSpPr>
          <p:cNvPr id="35843" name="Rectangle 3"/>
          <p:cNvSpPr>
            <a:spLocks noGrp="1" noChangeArrowheads="1"/>
          </p:cNvSpPr>
          <p:nvPr>
            <p:ph idx="1"/>
          </p:nvPr>
        </p:nvSpPr>
        <p:spPr>
          <a:xfrm>
            <a:off x="982663" y="2667000"/>
            <a:ext cx="7704137" cy="3332163"/>
          </a:xfrm>
        </p:spPr>
        <p:txBody>
          <a:bodyPr rtlCol="0">
            <a:normAutofit lnSpcReduction="10000"/>
          </a:bodyPr>
          <a:lstStyle/>
          <a:p>
            <a:pPr eaLnBrk="1" fontAlgn="auto" hangingPunct="1">
              <a:spcAft>
                <a:spcPts val="0"/>
              </a:spcAft>
              <a:defRPr/>
            </a:pPr>
            <a:r>
              <a:rPr lang="en-US" altLang="en-US" smtClean="0"/>
              <a:t>Do not use distracting animation</a:t>
            </a:r>
          </a:p>
          <a:p>
            <a:pPr eaLnBrk="1" fontAlgn="auto" hangingPunct="1">
              <a:spcAft>
                <a:spcPts val="0"/>
              </a:spcAft>
              <a:defRPr/>
            </a:pPr>
            <a:endParaRPr lang="en-US" altLang="en-US" smtClean="0"/>
          </a:p>
          <a:p>
            <a:pPr eaLnBrk="1" fontAlgn="auto" hangingPunct="1">
              <a:spcAft>
                <a:spcPts val="0"/>
              </a:spcAft>
              <a:defRPr/>
            </a:pPr>
            <a:r>
              <a:rPr lang="en-US" altLang="en-US" smtClean="0"/>
              <a:t>Do not go overboard with the animation</a:t>
            </a:r>
          </a:p>
          <a:p>
            <a:pPr eaLnBrk="1" fontAlgn="auto" hangingPunct="1">
              <a:spcAft>
                <a:spcPts val="0"/>
              </a:spcAft>
              <a:defRPr/>
            </a:pPr>
            <a:endParaRPr lang="en-US" altLang="en-US" smtClean="0"/>
          </a:p>
          <a:p>
            <a:pPr eaLnBrk="1" fontAlgn="auto" hangingPunct="1">
              <a:spcAft>
                <a:spcPts val="0"/>
              </a:spcAft>
              <a:defRPr/>
            </a:pPr>
            <a:r>
              <a:rPr lang="en-US" altLang="en-US" smtClean="0"/>
              <a:t>Be consistent with the animation that you use</a:t>
            </a:r>
          </a:p>
        </p:txBody>
      </p:sp>
    </p:spTree>
    <p:extLst>
      <p:ext uri="{BB962C8B-B14F-4D97-AF65-F5344CB8AC3E}">
        <p14:creationId xmlns:p14="http://schemas.microsoft.com/office/powerpoint/2010/main" val="25770769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afterEffect">
                                  <p:stCondLst>
                                    <p:cond delay="3000"/>
                                  </p:stCondLst>
                                  <p:iterate type="wd">
                                    <p:tmPct val="100000"/>
                                  </p:iterate>
                                  <p:childTnLst>
                                    <p:set>
                                      <p:cBhvr>
                                        <p:cTn id="6" dur="1" fill="hold">
                                          <p:stCondLst>
                                            <p:cond delay="0"/>
                                          </p:stCondLst>
                                        </p:cTn>
                                        <p:tgtEl>
                                          <p:spTgt spid="35843">
                                            <p:txEl>
                                              <p:pRg st="0" end="0"/>
                                            </p:txEl>
                                          </p:spTgt>
                                        </p:tgtEl>
                                        <p:attrNameLst>
                                          <p:attrName>style.visibility</p:attrName>
                                        </p:attrNameLst>
                                      </p:cBhvr>
                                      <p:to>
                                        <p:strVal val="visible"/>
                                      </p:to>
                                    </p:set>
                                    <p:anim calcmode="lin" valueType="num">
                                      <p:cBhvr>
                                        <p:cTn id="7" dur="750" fill="hold"/>
                                        <p:tgtEl>
                                          <p:spTgt spid="35843">
                                            <p:txEl>
                                              <p:pRg st="0" end="0"/>
                                            </p:txEl>
                                          </p:spTgt>
                                        </p:tgtEl>
                                        <p:attrNameLst>
                                          <p:attrName>ppt_w</p:attrName>
                                        </p:attrNameLst>
                                      </p:cBhvr>
                                      <p:tavLst>
                                        <p:tav tm="0">
                                          <p:val>
                                            <p:fltVal val="0"/>
                                          </p:val>
                                        </p:tav>
                                        <p:tav tm="100000">
                                          <p:val>
                                            <p:strVal val="#ppt_w"/>
                                          </p:val>
                                        </p:tav>
                                      </p:tavLst>
                                    </p:anim>
                                    <p:anim calcmode="lin" valueType="num">
                                      <p:cBhvr>
                                        <p:cTn id="8" dur="750" fill="hold"/>
                                        <p:tgtEl>
                                          <p:spTgt spid="35843">
                                            <p:txEl>
                                              <p:pRg st="0" end="0"/>
                                            </p:txEl>
                                          </p:spTgt>
                                        </p:tgtEl>
                                        <p:attrNameLst>
                                          <p:attrName>ppt_h</p:attrName>
                                        </p:attrNameLst>
                                      </p:cBhvr>
                                      <p:tavLst>
                                        <p:tav tm="0">
                                          <p:val>
                                            <p:fltVal val="0"/>
                                          </p:val>
                                        </p:tav>
                                        <p:tav tm="100000">
                                          <p:val>
                                            <p:strVal val="#ppt_h"/>
                                          </p:val>
                                        </p:tav>
                                      </p:tavLst>
                                    </p:anim>
                                    <p:anim calcmode="lin" valueType="num">
                                      <p:cBhvr>
                                        <p:cTn id="9" dur="750" fill="hold"/>
                                        <p:tgtEl>
                                          <p:spTgt spid="35843">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750" fill="hold"/>
                                        <p:tgtEl>
                                          <p:spTgt spid="35843">
                                            <p:txEl>
                                              <p:pRg st="0" end="0"/>
                                            </p:txEl>
                                          </p:spTgt>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5"/>
                                            </p:cond>
                                          </p:stCondLst>
                                          <p:endCondLst>
                                            <p:cond evt="onStopAudio" delay="0">
                                              <p:tgtEl>
                                                <p:sldTgt/>
                                              </p:tgtEl>
                                            </p:cond>
                                          </p:endCondLst>
                                        </p:cTn>
                                        <p:tgtEl>
                                          <p:sndTgt r:embed="rId2" name="ricochet.wav"/>
                                        </p:tgtEl>
                                      </p:cMediaNode>
                                    </p:audio>
                                  </p:subTnLst>
                                </p:cTn>
                              </p:par>
                            </p:childTnLst>
                          </p:cTn>
                        </p:par>
                        <p:par>
                          <p:cTn id="11" fill="hold" nodeType="afterGroup">
                            <p:stCondLst>
                              <p:cond delay="6750"/>
                            </p:stCondLst>
                            <p:childTnLst>
                              <p:par>
                                <p:cTn id="12" presetID="15" presetClass="entr" presetSubtype="0" fill="hold" grpId="0" nodeType="afterEffect">
                                  <p:stCondLst>
                                    <p:cond delay="3000"/>
                                  </p:stCondLst>
                                  <p:iterate type="wd">
                                    <p:tmPct val="100000"/>
                                  </p:iterate>
                                  <p:childTnLst>
                                    <p:set>
                                      <p:cBhvr>
                                        <p:cTn id="13" dur="1" fill="hold">
                                          <p:stCondLst>
                                            <p:cond delay="0"/>
                                          </p:stCondLst>
                                        </p:cTn>
                                        <p:tgtEl>
                                          <p:spTgt spid="35843">
                                            <p:txEl>
                                              <p:pRg st="2" end="2"/>
                                            </p:txEl>
                                          </p:spTgt>
                                        </p:tgtEl>
                                        <p:attrNameLst>
                                          <p:attrName>style.visibility</p:attrName>
                                        </p:attrNameLst>
                                      </p:cBhvr>
                                      <p:to>
                                        <p:strVal val="visible"/>
                                      </p:to>
                                    </p:set>
                                    <p:anim calcmode="lin" valueType="num">
                                      <p:cBhvr>
                                        <p:cTn id="14" dur="750" fill="hold"/>
                                        <p:tgtEl>
                                          <p:spTgt spid="35843">
                                            <p:txEl>
                                              <p:pRg st="2" end="2"/>
                                            </p:txEl>
                                          </p:spTgt>
                                        </p:tgtEl>
                                        <p:attrNameLst>
                                          <p:attrName>ppt_w</p:attrName>
                                        </p:attrNameLst>
                                      </p:cBhvr>
                                      <p:tavLst>
                                        <p:tav tm="0">
                                          <p:val>
                                            <p:fltVal val="0"/>
                                          </p:val>
                                        </p:tav>
                                        <p:tav tm="100000">
                                          <p:val>
                                            <p:strVal val="#ppt_w"/>
                                          </p:val>
                                        </p:tav>
                                      </p:tavLst>
                                    </p:anim>
                                    <p:anim calcmode="lin" valueType="num">
                                      <p:cBhvr>
                                        <p:cTn id="15" dur="750" fill="hold"/>
                                        <p:tgtEl>
                                          <p:spTgt spid="35843">
                                            <p:txEl>
                                              <p:pRg st="2" end="2"/>
                                            </p:txEl>
                                          </p:spTgt>
                                        </p:tgtEl>
                                        <p:attrNameLst>
                                          <p:attrName>ppt_h</p:attrName>
                                        </p:attrNameLst>
                                      </p:cBhvr>
                                      <p:tavLst>
                                        <p:tav tm="0">
                                          <p:val>
                                            <p:fltVal val="0"/>
                                          </p:val>
                                        </p:tav>
                                        <p:tav tm="100000">
                                          <p:val>
                                            <p:strVal val="#ppt_h"/>
                                          </p:val>
                                        </p:tav>
                                      </p:tavLst>
                                    </p:anim>
                                    <p:anim calcmode="lin" valueType="num">
                                      <p:cBhvr>
                                        <p:cTn id="16" dur="750" fill="hold"/>
                                        <p:tgtEl>
                                          <p:spTgt spid="35843">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17" dur="750" fill="hold"/>
                                        <p:tgtEl>
                                          <p:spTgt spid="35843">
                                            <p:txEl>
                                              <p:pRg st="2" end="2"/>
                                            </p:txEl>
                                          </p:spTgt>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2"/>
                                            </p:cond>
                                          </p:stCondLst>
                                          <p:endCondLst>
                                            <p:cond evt="onStopAudio" delay="0">
                                              <p:tgtEl>
                                                <p:sldTgt/>
                                              </p:tgtEl>
                                            </p:cond>
                                          </p:endCondLst>
                                        </p:cTn>
                                        <p:tgtEl>
                                          <p:sndTgt r:embed="rId2" name="ricochet.wav"/>
                                        </p:tgtEl>
                                      </p:cMediaNode>
                                    </p:audio>
                                  </p:subTnLst>
                                </p:cTn>
                              </p:par>
                            </p:childTnLst>
                          </p:cTn>
                        </p:par>
                        <p:par>
                          <p:cTn id="18" fill="hold" nodeType="afterGroup">
                            <p:stCondLst>
                              <p:cond delay="15000"/>
                            </p:stCondLst>
                            <p:childTnLst>
                              <p:par>
                                <p:cTn id="19" presetID="15" presetClass="entr" presetSubtype="0" fill="hold" grpId="0" nodeType="afterEffect">
                                  <p:stCondLst>
                                    <p:cond delay="3000"/>
                                  </p:stCondLst>
                                  <p:iterate type="wd">
                                    <p:tmPct val="100000"/>
                                  </p:iterate>
                                  <p:childTnLst>
                                    <p:set>
                                      <p:cBhvr>
                                        <p:cTn id="20" dur="1" fill="hold">
                                          <p:stCondLst>
                                            <p:cond delay="0"/>
                                          </p:stCondLst>
                                        </p:cTn>
                                        <p:tgtEl>
                                          <p:spTgt spid="35843">
                                            <p:txEl>
                                              <p:pRg st="4" end="4"/>
                                            </p:txEl>
                                          </p:spTgt>
                                        </p:tgtEl>
                                        <p:attrNameLst>
                                          <p:attrName>style.visibility</p:attrName>
                                        </p:attrNameLst>
                                      </p:cBhvr>
                                      <p:to>
                                        <p:strVal val="visible"/>
                                      </p:to>
                                    </p:set>
                                    <p:anim calcmode="lin" valueType="num">
                                      <p:cBhvr>
                                        <p:cTn id="21" dur="750" fill="hold"/>
                                        <p:tgtEl>
                                          <p:spTgt spid="35843">
                                            <p:txEl>
                                              <p:pRg st="4" end="4"/>
                                            </p:txEl>
                                          </p:spTgt>
                                        </p:tgtEl>
                                        <p:attrNameLst>
                                          <p:attrName>ppt_w</p:attrName>
                                        </p:attrNameLst>
                                      </p:cBhvr>
                                      <p:tavLst>
                                        <p:tav tm="0">
                                          <p:val>
                                            <p:fltVal val="0"/>
                                          </p:val>
                                        </p:tav>
                                        <p:tav tm="100000">
                                          <p:val>
                                            <p:strVal val="#ppt_w"/>
                                          </p:val>
                                        </p:tav>
                                      </p:tavLst>
                                    </p:anim>
                                    <p:anim calcmode="lin" valueType="num">
                                      <p:cBhvr>
                                        <p:cTn id="22" dur="750" fill="hold"/>
                                        <p:tgtEl>
                                          <p:spTgt spid="35843">
                                            <p:txEl>
                                              <p:pRg st="4" end="4"/>
                                            </p:txEl>
                                          </p:spTgt>
                                        </p:tgtEl>
                                        <p:attrNameLst>
                                          <p:attrName>ppt_h</p:attrName>
                                        </p:attrNameLst>
                                      </p:cBhvr>
                                      <p:tavLst>
                                        <p:tav tm="0">
                                          <p:val>
                                            <p:fltVal val="0"/>
                                          </p:val>
                                        </p:tav>
                                        <p:tav tm="100000">
                                          <p:val>
                                            <p:strVal val="#ppt_h"/>
                                          </p:val>
                                        </p:tav>
                                      </p:tavLst>
                                    </p:anim>
                                    <p:anim calcmode="lin" valueType="num">
                                      <p:cBhvr>
                                        <p:cTn id="23" dur="750" fill="hold"/>
                                        <p:tgtEl>
                                          <p:spTgt spid="35843">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24" dur="750" fill="hold"/>
                                        <p:tgtEl>
                                          <p:spTgt spid="35843">
                                            <p:txEl>
                                              <p:pRg st="4" end="4"/>
                                            </p:txEl>
                                          </p:spTgt>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9"/>
                                            </p:cond>
                                          </p:stCondLst>
                                          <p:endCondLst>
                                            <p:cond evt="onStopAudio" delay="0">
                                              <p:tgtEl>
                                                <p:sldTgt/>
                                              </p:tgtEl>
                                            </p:cond>
                                          </p:endCondLst>
                                        </p:cTn>
                                        <p:tgtEl>
                                          <p:sndTgt r:embed="rId2" name="ricochet.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bldLvl="3" autoUpdateAnimBg="0" advAuto="300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982663" y="457200"/>
            <a:ext cx="7704137" cy="1981200"/>
          </a:xfrm>
        </p:spPr>
        <p:txBody>
          <a:bodyPr/>
          <a:lstStyle/>
          <a:p>
            <a:pPr eaLnBrk="1" hangingPunct="1"/>
            <a:r>
              <a:rPr lang="en-US" altLang="en-US" smtClean="0"/>
              <a:t>Fonts - Good</a:t>
            </a:r>
          </a:p>
        </p:txBody>
      </p:sp>
      <p:sp>
        <p:nvSpPr>
          <p:cNvPr id="31747" name="Rectangle 3"/>
          <p:cNvSpPr>
            <a:spLocks noGrp="1" noChangeArrowheads="1"/>
          </p:cNvSpPr>
          <p:nvPr>
            <p:ph idx="1"/>
          </p:nvPr>
        </p:nvSpPr>
        <p:spPr>
          <a:xfrm>
            <a:off x="982663" y="1981200"/>
            <a:ext cx="7704137" cy="4017963"/>
          </a:xfrm>
        </p:spPr>
        <p:txBody>
          <a:bodyPr rtlCol="0">
            <a:normAutofit fontScale="92500" lnSpcReduction="20000"/>
          </a:bodyPr>
          <a:lstStyle/>
          <a:p>
            <a:pPr eaLnBrk="1" fontAlgn="auto" hangingPunct="1">
              <a:spcAft>
                <a:spcPts val="0"/>
              </a:spcAft>
              <a:defRPr/>
            </a:pPr>
            <a:r>
              <a:rPr lang="en-US" altLang="en-US" dirty="0" smtClean="0"/>
              <a:t>Use at least an 18-point font</a:t>
            </a:r>
          </a:p>
          <a:p>
            <a:pPr eaLnBrk="1" fontAlgn="auto" hangingPunct="1">
              <a:spcAft>
                <a:spcPts val="0"/>
              </a:spcAft>
              <a:defRPr/>
            </a:pPr>
            <a:endParaRPr lang="en-US" altLang="en-US" dirty="0" smtClean="0"/>
          </a:p>
          <a:p>
            <a:pPr eaLnBrk="1" fontAlgn="auto" hangingPunct="1">
              <a:spcAft>
                <a:spcPts val="0"/>
              </a:spcAft>
              <a:defRPr/>
            </a:pPr>
            <a:r>
              <a:rPr lang="en-US" altLang="en-US" dirty="0" smtClean="0"/>
              <a:t>Use different size fonts for main points and secondary points</a:t>
            </a:r>
          </a:p>
          <a:p>
            <a:pPr lvl="1" eaLnBrk="1" fontAlgn="auto" hangingPunct="1">
              <a:spcAft>
                <a:spcPts val="0"/>
              </a:spcAft>
              <a:defRPr/>
            </a:pPr>
            <a:r>
              <a:rPr lang="en-US" altLang="en-US" dirty="0" smtClean="0"/>
              <a:t>this font is 24-point, the main point font is 28-point, and the title font is 36-point</a:t>
            </a:r>
          </a:p>
          <a:p>
            <a:pPr lvl="1" eaLnBrk="1" fontAlgn="auto" hangingPunct="1">
              <a:spcAft>
                <a:spcPts val="0"/>
              </a:spcAft>
              <a:defRPr/>
            </a:pPr>
            <a:endParaRPr lang="en-US" altLang="en-US" dirty="0" smtClean="0"/>
          </a:p>
          <a:p>
            <a:pPr eaLnBrk="1" fontAlgn="auto" hangingPunct="1">
              <a:spcAft>
                <a:spcPts val="0"/>
              </a:spcAft>
              <a:defRPr/>
            </a:pPr>
            <a:r>
              <a:rPr lang="en-US" altLang="en-US" dirty="0" smtClean="0"/>
              <a:t>Use a standard font like Times New Roman or Arial</a:t>
            </a:r>
          </a:p>
          <a:p>
            <a:pPr lvl="1" eaLnBrk="1" fontAlgn="auto" hangingPunct="1">
              <a:spcAft>
                <a:spcPts val="0"/>
              </a:spcAft>
              <a:buFontTx/>
              <a:buNone/>
              <a:defRPr/>
            </a:pPr>
            <a:endParaRPr lang="en-US" altLang="en-US" dirty="0" smtClean="0"/>
          </a:p>
          <a:p>
            <a:pPr lvl="1" eaLnBrk="1" fontAlgn="auto" hangingPunct="1">
              <a:spcAft>
                <a:spcPts val="0"/>
              </a:spcAft>
              <a:defRPr/>
            </a:pPr>
            <a:endParaRPr lang="en-US" altLang="en-US" dirty="0" smtClean="0"/>
          </a:p>
          <a:p>
            <a:pPr eaLnBrk="1" fontAlgn="auto" hangingPunct="1">
              <a:spcAft>
                <a:spcPts val="0"/>
              </a:spcAft>
              <a:buFont typeface="Wingdings" panose="05000000000000000000" pitchFamily="2" charset="2"/>
              <a:buNone/>
              <a:defRPr/>
            </a:pPr>
            <a:endParaRPr lang="en-US" altLang="en-US" sz="1400" dirty="0" smtClean="0"/>
          </a:p>
          <a:p>
            <a:pPr eaLnBrk="1" fontAlgn="auto" hangingPunct="1">
              <a:spcAft>
                <a:spcPts val="0"/>
              </a:spcAft>
              <a:defRPr/>
            </a:pPr>
            <a:endParaRPr lang="en-US" altLang="en-US" sz="1400" dirty="0" smtClean="0"/>
          </a:p>
        </p:txBody>
      </p:sp>
    </p:spTree>
    <p:extLst>
      <p:ext uri="{BB962C8B-B14F-4D97-AF65-F5344CB8AC3E}">
        <p14:creationId xmlns:p14="http://schemas.microsoft.com/office/powerpoint/2010/main" val="41356253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982663" y="457200"/>
            <a:ext cx="7704137" cy="1981200"/>
          </a:xfrm>
        </p:spPr>
        <p:txBody>
          <a:bodyPr/>
          <a:lstStyle/>
          <a:p>
            <a:pPr eaLnBrk="1" hangingPunct="1"/>
            <a:r>
              <a:rPr lang="en-US" altLang="en-US" smtClean="0"/>
              <a:t>Fonts - Bad</a:t>
            </a:r>
          </a:p>
        </p:txBody>
      </p:sp>
      <p:sp>
        <p:nvSpPr>
          <p:cNvPr id="54275" name="Rectangle 3"/>
          <p:cNvSpPr>
            <a:spLocks noGrp="1" noChangeArrowheads="1"/>
          </p:cNvSpPr>
          <p:nvPr>
            <p:ph idx="1"/>
          </p:nvPr>
        </p:nvSpPr>
        <p:spPr>
          <a:xfrm>
            <a:off x="982663" y="2667000"/>
            <a:ext cx="7704137" cy="3332163"/>
          </a:xfrm>
        </p:spPr>
        <p:txBody>
          <a:bodyPr/>
          <a:lstStyle/>
          <a:p>
            <a:pPr eaLnBrk="1" hangingPunct="1"/>
            <a:r>
              <a:rPr lang="en-US" altLang="en-US" sz="1400" smtClean="0"/>
              <a:t>If you use a small font, your audience won’t be able to read what you have written</a:t>
            </a:r>
          </a:p>
          <a:p>
            <a:pPr eaLnBrk="1" hangingPunct="1"/>
            <a:endParaRPr lang="en-US" altLang="en-US" sz="1400" smtClean="0"/>
          </a:p>
          <a:p>
            <a:pPr eaLnBrk="1" hangingPunct="1"/>
            <a:r>
              <a:rPr lang="en-US" altLang="en-US" smtClean="0"/>
              <a:t>CAPITALIZE ONLY WHEN NECESSARY.  IT IS DIFFICULT TO READ</a:t>
            </a:r>
          </a:p>
          <a:p>
            <a:pPr eaLnBrk="1" hangingPunct="1"/>
            <a:endParaRPr lang="en-US" altLang="en-US" smtClean="0"/>
          </a:p>
          <a:p>
            <a:pPr eaLnBrk="1" hangingPunct="1"/>
            <a:r>
              <a:rPr lang="en-US" altLang="en-US" smtClean="0">
                <a:latin typeface="Impact" panose="020B0806030902050204" pitchFamily="34" charset="0"/>
              </a:rPr>
              <a:t>Don’t use a complicated font</a:t>
            </a:r>
          </a:p>
          <a:p>
            <a:pPr eaLnBrk="1" hangingPunct="1">
              <a:buFont typeface="Wingdings" panose="05000000000000000000" pitchFamily="2" charset="2"/>
              <a:buNone/>
            </a:pPr>
            <a:endParaRPr lang="en-US" altLang="en-US" smtClean="0">
              <a:latin typeface="Impact" panose="020B0806030902050204" pitchFamily="34" charset="0"/>
            </a:endParaRPr>
          </a:p>
          <a:p>
            <a:pPr eaLnBrk="1" hangingPunct="1"/>
            <a:endParaRPr lang="en-US" altLang="en-US" smtClean="0"/>
          </a:p>
        </p:txBody>
      </p:sp>
    </p:spTree>
    <p:extLst>
      <p:ext uri="{BB962C8B-B14F-4D97-AF65-F5344CB8AC3E}">
        <p14:creationId xmlns:p14="http://schemas.microsoft.com/office/powerpoint/2010/main" val="178012266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982663" y="457200"/>
            <a:ext cx="7704137" cy="1981200"/>
          </a:xfrm>
        </p:spPr>
        <p:txBody>
          <a:bodyPr/>
          <a:lstStyle/>
          <a:p>
            <a:pPr eaLnBrk="1" hangingPunct="1"/>
            <a:r>
              <a:rPr lang="en-US" altLang="en-US" smtClean="0"/>
              <a:t>Colour - Good</a:t>
            </a:r>
          </a:p>
        </p:txBody>
      </p:sp>
      <p:sp>
        <p:nvSpPr>
          <p:cNvPr id="33795" name="Rectangle 3"/>
          <p:cNvSpPr>
            <a:spLocks noGrp="1" noChangeArrowheads="1"/>
          </p:cNvSpPr>
          <p:nvPr>
            <p:ph idx="1"/>
          </p:nvPr>
        </p:nvSpPr>
        <p:spPr>
          <a:xfrm>
            <a:off x="982663" y="2667000"/>
            <a:ext cx="7704137" cy="3332163"/>
          </a:xfrm>
        </p:spPr>
        <p:txBody>
          <a:bodyPr rtlCol="0">
            <a:normAutofit fontScale="92500" lnSpcReduction="20000"/>
          </a:bodyPr>
          <a:lstStyle/>
          <a:p>
            <a:pPr eaLnBrk="1" fontAlgn="auto" hangingPunct="1">
              <a:spcAft>
                <a:spcPts val="0"/>
              </a:spcAft>
              <a:defRPr/>
            </a:pPr>
            <a:r>
              <a:rPr lang="en-US" altLang="en-US" smtClean="0"/>
              <a:t>Use a colour of font that contrasts sharply with the background</a:t>
            </a:r>
          </a:p>
          <a:p>
            <a:pPr lvl="1" eaLnBrk="1" fontAlgn="auto" hangingPunct="1">
              <a:spcAft>
                <a:spcPts val="0"/>
              </a:spcAft>
              <a:defRPr/>
            </a:pPr>
            <a:r>
              <a:rPr lang="en-US" altLang="en-US" smtClean="0"/>
              <a:t>Ex: blue font on white background</a:t>
            </a:r>
          </a:p>
          <a:p>
            <a:pPr eaLnBrk="1" fontAlgn="auto" hangingPunct="1">
              <a:spcAft>
                <a:spcPts val="0"/>
              </a:spcAft>
              <a:defRPr/>
            </a:pPr>
            <a:r>
              <a:rPr lang="en-US" altLang="en-US" smtClean="0"/>
              <a:t>Use colour to reinforce the logic of your structure</a:t>
            </a:r>
          </a:p>
          <a:p>
            <a:pPr lvl="1" eaLnBrk="1" fontAlgn="auto" hangingPunct="1">
              <a:spcAft>
                <a:spcPts val="0"/>
              </a:spcAft>
              <a:defRPr/>
            </a:pPr>
            <a:r>
              <a:rPr lang="en-US" altLang="en-US" smtClean="0"/>
              <a:t>Ex: light blue title and dark blue text</a:t>
            </a:r>
          </a:p>
          <a:p>
            <a:pPr eaLnBrk="1" fontAlgn="auto" hangingPunct="1">
              <a:spcAft>
                <a:spcPts val="0"/>
              </a:spcAft>
              <a:defRPr/>
            </a:pPr>
            <a:r>
              <a:rPr lang="en-US" altLang="en-US" smtClean="0"/>
              <a:t>Use colour to emphasize a point</a:t>
            </a:r>
          </a:p>
          <a:p>
            <a:pPr lvl="1" eaLnBrk="1" fontAlgn="auto" hangingPunct="1">
              <a:spcAft>
                <a:spcPts val="0"/>
              </a:spcAft>
              <a:defRPr/>
            </a:pPr>
            <a:r>
              <a:rPr lang="en-US" altLang="en-US" smtClean="0"/>
              <a:t>But only use this </a:t>
            </a:r>
            <a:r>
              <a:rPr lang="en-US" altLang="en-US" smtClean="0">
                <a:solidFill>
                  <a:srgbClr val="009999"/>
                </a:solidFill>
              </a:rPr>
              <a:t>occasionally</a:t>
            </a:r>
          </a:p>
          <a:p>
            <a:pPr lvl="1" eaLnBrk="1" fontAlgn="auto" hangingPunct="1">
              <a:spcAft>
                <a:spcPts val="0"/>
              </a:spcAft>
              <a:defRPr/>
            </a:pPr>
            <a:endParaRPr lang="en-US" altLang="en-US" smtClean="0"/>
          </a:p>
        </p:txBody>
      </p:sp>
    </p:spTree>
    <p:extLst>
      <p:ext uri="{BB962C8B-B14F-4D97-AF65-F5344CB8AC3E}">
        <p14:creationId xmlns:p14="http://schemas.microsoft.com/office/powerpoint/2010/main" val="3377375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982663" y="457200"/>
            <a:ext cx="7704137" cy="1981200"/>
          </a:xfrm>
        </p:spPr>
        <p:txBody>
          <a:bodyPr/>
          <a:lstStyle/>
          <a:p>
            <a:pPr eaLnBrk="1" hangingPunct="1"/>
            <a:r>
              <a:rPr lang="en-US" altLang="en-US" smtClean="0"/>
              <a:t>Colour - Bad</a:t>
            </a:r>
          </a:p>
        </p:txBody>
      </p:sp>
      <p:sp>
        <p:nvSpPr>
          <p:cNvPr id="35843" name="Rectangle 3"/>
          <p:cNvSpPr>
            <a:spLocks noGrp="1" noChangeArrowheads="1"/>
          </p:cNvSpPr>
          <p:nvPr>
            <p:ph idx="1"/>
          </p:nvPr>
        </p:nvSpPr>
        <p:spPr>
          <a:xfrm>
            <a:off x="982663" y="2667000"/>
            <a:ext cx="7704137" cy="3332163"/>
          </a:xfrm>
        </p:spPr>
        <p:txBody>
          <a:bodyPr rtlCol="0">
            <a:normAutofit fontScale="92500" lnSpcReduction="20000"/>
          </a:bodyPr>
          <a:lstStyle/>
          <a:p>
            <a:pPr eaLnBrk="1" fontAlgn="auto" hangingPunct="1">
              <a:lnSpc>
                <a:spcPct val="90000"/>
              </a:lnSpc>
              <a:spcAft>
                <a:spcPts val="0"/>
              </a:spcAft>
              <a:defRPr/>
            </a:pPr>
            <a:r>
              <a:rPr lang="en-US" altLang="en-US" smtClean="0">
                <a:solidFill>
                  <a:srgbClr val="FFFF00"/>
                </a:solidFill>
              </a:rPr>
              <a:t>Using a font colour that does not contrast with the background colour is hard to read </a:t>
            </a:r>
          </a:p>
          <a:p>
            <a:pPr eaLnBrk="1" fontAlgn="auto" hangingPunct="1">
              <a:lnSpc>
                <a:spcPct val="90000"/>
              </a:lnSpc>
              <a:spcAft>
                <a:spcPts val="0"/>
              </a:spcAft>
              <a:defRPr/>
            </a:pPr>
            <a:r>
              <a:rPr lang="en-US" altLang="en-US" smtClean="0"/>
              <a:t>Using colour for decoration is </a:t>
            </a:r>
            <a:r>
              <a:rPr lang="en-US" altLang="en-US" smtClean="0">
                <a:solidFill>
                  <a:schemeClr val="accent2"/>
                </a:solidFill>
              </a:rPr>
              <a:t>distracting </a:t>
            </a:r>
            <a:r>
              <a:rPr lang="en-US" altLang="en-US" smtClean="0"/>
              <a:t>and </a:t>
            </a:r>
            <a:r>
              <a:rPr lang="en-US" altLang="en-US" smtClean="0">
                <a:solidFill>
                  <a:schemeClr val="folHlink"/>
                </a:solidFill>
              </a:rPr>
              <a:t>annoying</a:t>
            </a:r>
            <a:r>
              <a:rPr lang="en-US" altLang="en-US" smtClean="0"/>
              <a:t>.</a:t>
            </a:r>
          </a:p>
          <a:p>
            <a:pPr eaLnBrk="1" fontAlgn="auto" hangingPunct="1">
              <a:lnSpc>
                <a:spcPct val="90000"/>
              </a:lnSpc>
              <a:spcAft>
                <a:spcPts val="0"/>
              </a:spcAft>
              <a:defRPr/>
            </a:pPr>
            <a:r>
              <a:rPr lang="en-US" altLang="en-US" smtClean="0">
                <a:solidFill>
                  <a:srgbClr val="FF3399"/>
                </a:solidFill>
              </a:rPr>
              <a:t>Using a different colour for each point is unnecessary</a:t>
            </a:r>
          </a:p>
          <a:p>
            <a:pPr lvl="1" eaLnBrk="1" fontAlgn="auto" hangingPunct="1">
              <a:lnSpc>
                <a:spcPct val="90000"/>
              </a:lnSpc>
              <a:spcAft>
                <a:spcPts val="0"/>
              </a:spcAft>
              <a:defRPr/>
            </a:pPr>
            <a:r>
              <a:rPr lang="en-US" altLang="en-US" smtClean="0">
                <a:solidFill>
                  <a:srgbClr val="FF0000"/>
                </a:solidFill>
              </a:rPr>
              <a:t>Using a different colour for secondary points is also unnecessary</a:t>
            </a:r>
          </a:p>
          <a:p>
            <a:pPr eaLnBrk="1" fontAlgn="auto" hangingPunct="1">
              <a:lnSpc>
                <a:spcPct val="90000"/>
              </a:lnSpc>
              <a:spcAft>
                <a:spcPts val="0"/>
              </a:spcAft>
              <a:defRPr/>
            </a:pPr>
            <a:r>
              <a:rPr lang="en-US" altLang="en-US" smtClean="0">
                <a:solidFill>
                  <a:srgbClr val="FF0000"/>
                </a:solidFill>
              </a:rPr>
              <a:t>T</a:t>
            </a:r>
            <a:r>
              <a:rPr lang="en-US" altLang="en-US" smtClean="0">
                <a:solidFill>
                  <a:srgbClr val="FF6600"/>
                </a:solidFill>
              </a:rPr>
              <a:t>r</a:t>
            </a:r>
            <a:r>
              <a:rPr lang="en-US" altLang="en-US" smtClean="0">
                <a:solidFill>
                  <a:srgbClr val="FFFF00"/>
                </a:solidFill>
              </a:rPr>
              <a:t>y</a:t>
            </a:r>
            <a:r>
              <a:rPr lang="en-US" altLang="en-US" smtClean="0">
                <a:solidFill>
                  <a:srgbClr val="33CC33"/>
                </a:solidFill>
              </a:rPr>
              <a:t>i</a:t>
            </a:r>
            <a:r>
              <a:rPr lang="en-US" altLang="en-US" smtClean="0">
                <a:solidFill>
                  <a:srgbClr val="0066FF"/>
                </a:solidFill>
              </a:rPr>
              <a:t>n</a:t>
            </a:r>
            <a:r>
              <a:rPr lang="en-US" altLang="en-US" smtClean="0">
                <a:solidFill>
                  <a:schemeClr val="folHlink"/>
                </a:solidFill>
              </a:rPr>
              <a:t>g</a:t>
            </a:r>
            <a:r>
              <a:rPr lang="en-US" altLang="en-US" smtClean="0">
                <a:solidFill>
                  <a:srgbClr val="FF3399"/>
                </a:solidFill>
              </a:rPr>
              <a:t> t</a:t>
            </a:r>
            <a:r>
              <a:rPr lang="en-US" altLang="en-US" smtClean="0">
                <a:solidFill>
                  <a:srgbClr val="FF0000"/>
                </a:solidFill>
              </a:rPr>
              <a:t>o</a:t>
            </a:r>
            <a:r>
              <a:rPr lang="en-US" altLang="en-US" smtClean="0">
                <a:solidFill>
                  <a:srgbClr val="FF3399"/>
                </a:solidFill>
              </a:rPr>
              <a:t> </a:t>
            </a:r>
            <a:r>
              <a:rPr lang="en-US" altLang="en-US" smtClean="0">
                <a:solidFill>
                  <a:srgbClr val="FF6600"/>
                </a:solidFill>
              </a:rPr>
              <a:t>b</a:t>
            </a:r>
            <a:r>
              <a:rPr lang="en-US" altLang="en-US" smtClean="0">
                <a:solidFill>
                  <a:srgbClr val="FFFF00"/>
                </a:solidFill>
              </a:rPr>
              <a:t>e </a:t>
            </a:r>
            <a:r>
              <a:rPr lang="en-US" altLang="en-US" smtClean="0">
                <a:solidFill>
                  <a:srgbClr val="33CC33"/>
                </a:solidFill>
              </a:rPr>
              <a:t>c</a:t>
            </a:r>
            <a:r>
              <a:rPr lang="en-US" altLang="en-US" smtClean="0">
                <a:solidFill>
                  <a:srgbClr val="0066FF"/>
                </a:solidFill>
              </a:rPr>
              <a:t>r</a:t>
            </a:r>
            <a:r>
              <a:rPr lang="en-US" altLang="en-US" smtClean="0">
                <a:solidFill>
                  <a:schemeClr val="folHlink"/>
                </a:solidFill>
              </a:rPr>
              <a:t>e</a:t>
            </a:r>
            <a:r>
              <a:rPr lang="en-US" altLang="en-US" smtClean="0">
                <a:solidFill>
                  <a:srgbClr val="FF3399"/>
                </a:solidFill>
              </a:rPr>
              <a:t>a</a:t>
            </a:r>
            <a:r>
              <a:rPr lang="en-US" altLang="en-US" smtClean="0">
                <a:solidFill>
                  <a:srgbClr val="FF0000"/>
                </a:solidFill>
              </a:rPr>
              <a:t>t</a:t>
            </a:r>
            <a:r>
              <a:rPr lang="en-US" altLang="en-US" smtClean="0">
                <a:solidFill>
                  <a:srgbClr val="FF6600"/>
                </a:solidFill>
              </a:rPr>
              <a:t>i</a:t>
            </a:r>
            <a:r>
              <a:rPr lang="en-US" altLang="en-US" smtClean="0">
                <a:solidFill>
                  <a:srgbClr val="FFFF00"/>
                </a:solidFill>
              </a:rPr>
              <a:t>v</a:t>
            </a:r>
            <a:r>
              <a:rPr lang="en-US" altLang="en-US" smtClean="0">
                <a:solidFill>
                  <a:srgbClr val="33CC33"/>
                </a:solidFill>
              </a:rPr>
              <a:t>e</a:t>
            </a:r>
            <a:r>
              <a:rPr lang="en-US" altLang="en-US" smtClean="0">
                <a:solidFill>
                  <a:srgbClr val="FF3399"/>
                </a:solidFill>
              </a:rPr>
              <a:t> </a:t>
            </a:r>
            <a:r>
              <a:rPr lang="en-US" altLang="en-US" smtClean="0">
                <a:solidFill>
                  <a:srgbClr val="0066FF"/>
                </a:solidFill>
              </a:rPr>
              <a:t>c</a:t>
            </a:r>
            <a:r>
              <a:rPr lang="en-US" altLang="en-US" smtClean="0">
                <a:solidFill>
                  <a:schemeClr val="folHlink"/>
                </a:solidFill>
              </a:rPr>
              <a:t>a</a:t>
            </a:r>
            <a:r>
              <a:rPr lang="en-US" altLang="en-US" smtClean="0">
                <a:solidFill>
                  <a:srgbClr val="FF3399"/>
                </a:solidFill>
              </a:rPr>
              <a:t>n </a:t>
            </a:r>
            <a:r>
              <a:rPr lang="en-US" altLang="en-US" smtClean="0">
                <a:solidFill>
                  <a:srgbClr val="FF0000"/>
                </a:solidFill>
              </a:rPr>
              <a:t>a</a:t>
            </a:r>
            <a:r>
              <a:rPr lang="en-US" altLang="en-US" smtClean="0">
                <a:solidFill>
                  <a:srgbClr val="FF6600"/>
                </a:solidFill>
              </a:rPr>
              <a:t>l</a:t>
            </a:r>
            <a:r>
              <a:rPr lang="en-US" altLang="en-US" smtClean="0">
                <a:solidFill>
                  <a:srgbClr val="FFFF00"/>
                </a:solidFill>
              </a:rPr>
              <a:t>s</a:t>
            </a:r>
            <a:r>
              <a:rPr lang="en-US" altLang="en-US" smtClean="0">
                <a:solidFill>
                  <a:srgbClr val="33CC33"/>
                </a:solidFill>
              </a:rPr>
              <a:t>o</a:t>
            </a:r>
            <a:r>
              <a:rPr lang="en-US" altLang="en-US" smtClean="0">
                <a:solidFill>
                  <a:srgbClr val="FF3399"/>
                </a:solidFill>
              </a:rPr>
              <a:t> </a:t>
            </a:r>
            <a:r>
              <a:rPr lang="en-US" altLang="en-US" smtClean="0">
                <a:solidFill>
                  <a:srgbClr val="0066FF"/>
                </a:solidFill>
              </a:rPr>
              <a:t>b</a:t>
            </a:r>
            <a:r>
              <a:rPr lang="en-US" altLang="en-US" smtClean="0">
                <a:solidFill>
                  <a:schemeClr val="folHlink"/>
                </a:solidFill>
              </a:rPr>
              <a:t>e</a:t>
            </a:r>
            <a:r>
              <a:rPr lang="en-US" altLang="en-US" smtClean="0">
                <a:solidFill>
                  <a:srgbClr val="FF3399"/>
                </a:solidFill>
              </a:rPr>
              <a:t> b</a:t>
            </a:r>
            <a:r>
              <a:rPr lang="en-US" altLang="en-US" smtClean="0">
                <a:solidFill>
                  <a:srgbClr val="FF0000"/>
                </a:solidFill>
              </a:rPr>
              <a:t>a</a:t>
            </a:r>
            <a:r>
              <a:rPr lang="en-US" altLang="en-US" smtClean="0">
                <a:solidFill>
                  <a:srgbClr val="FF6600"/>
                </a:solidFill>
              </a:rPr>
              <a:t>d</a:t>
            </a:r>
          </a:p>
          <a:p>
            <a:pPr eaLnBrk="1" fontAlgn="auto" hangingPunct="1">
              <a:lnSpc>
                <a:spcPct val="90000"/>
              </a:lnSpc>
              <a:spcAft>
                <a:spcPts val="0"/>
              </a:spcAft>
              <a:buFont typeface="Wingdings" panose="05000000000000000000" pitchFamily="2" charset="2"/>
              <a:buNone/>
              <a:defRPr/>
            </a:pPr>
            <a:endParaRPr lang="en-US" altLang="en-US" smtClean="0"/>
          </a:p>
        </p:txBody>
      </p:sp>
    </p:spTree>
    <p:extLst>
      <p:ext uri="{BB962C8B-B14F-4D97-AF65-F5344CB8AC3E}">
        <p14:creationId xmlns:p14="http://schemas.microsoft.com/office/powerpoint/2010/main" val="340976675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982663" y="457200"/>
            <a:ext cx="7704137" cy="1981200"/>
          </a:xfrm>
        </p:spPr>
        <p:txBody>
          <a:bodyPr/>
          <a:lstStyle/>
          <a:p>
            <a:pPr eaLnBrk="1" hangingPunct="1"/>
            <a:r>
              <a:rPr lang="en-US" altLang="en-US" smtClean="0"/>
              <a:t>Background - Good</a:t>
            </a:r>
          </a:p>
        </p:txBody>
      </p:sp>
      <p:sp>
        <p:nvSpPr>
          <p:cNvPr id="36867" name="Rectangle 3"/>
          <p:cNvSpPr>
            <a:spLocks noGrp="1" noChangeArrowheads="1"/>
          </p:cNvSpPr>
          <p:nvPr>
            <p:ph idx="1"/>
          </p:nvPr>
        </p:nvSpPr>
        <p:spPr>
          <a:xfrm>
            <a:off x="982663" y="2667000"/>
            <a:ext cx="7704137" cy="3332163"/>
          </a:xfrm>
        </p:spPr>
        <p:txBody>
          <a:bodyPr rtlCol="0">
            <a:normAutofit fontScale="92500" lnSpcReduction="20000"/>
          </a:bodyPr>
          <a:lstStyle/>
          <a:p>
            <a:pPr eaLnBrk="1" fontAlgn="auto" hangingPunct="1">
              <a:spcAft>
                <a:spcPts val="0"/>
              </a:spcAft>
              <a:defRPr/>
            </a:pPr>
            <a:r>
              <a:rPr lang="en-US" altLang="en-US" smtClean="0"/>
              <a:t>Use backgrounds such as this one that are attractive but simple</a:t>
            </a:r>
          </a:p>
          <a:p>
            <a:pPr eaLnBrk="1" fontAlgn="auto" hangingPunct="1">
              <a:spcAft>
                <a:spcPts val="0"/>
              </a:spcAft>
              <a:defRPr/>
            </a:pPr>
            <a:endParaRPr lang="en-US" altLang="en-US" smtClean="0"/>
          </a:p>
          <a:p>
            <a:pPr eaLnBrk="1" fontAlgn="auto" hangingPunct="1">
              <a:spcAft>
                <a:spcPts val="0"/>
              </a:spcAft>
              <a:defRPr/>
            </a:pPr>
            <a:r>
              <a:rPr lang="en-US" altLang="en-US" smtClean="0"/>
              <a:t>Use backgrounds which are light</a:t>
            </a:r>
          </a:p>
          <a:p>
            <a:pPr eaLnBrk="1" fontAlgn="auto" hangingPunct="1">
              <a:spcAft>
                <a:spcPts val="0"/>
              </a:spcAft>
              <a:defRPr/>
            </a:pPr>
            <a:endParaRPr lang="en-US" altLang="en-US" smtClean="0"/>
          </a:p>
          <a:p>
            <a:pPr eaLnBrk="1" fontAlgn="auto" hangingPunct="1">
              <a:spcAft>
                <a:spcPts val="0"/>
              </a:spcAft>
              <a:defRPr/>
            </a:pPr>
            <a:r>
              <a:rPr lang="en-US" altLang="en-US" smtClean="0"/>
              <a:t>Use the same background consistently throughout your presentation</a:t>
            </a:r>
          </a:p>
        </p:txBody>
      </p:sp>
    </p:spTree>
    <p:extLst>
      <p:ext uri="{BB962C8B-B14F-4D97-AF65-F5344CB8AC3E}">
        <p14:creationId xmlns:p14="http://schemas.microsoft.com/office/powerpoint/2010/main" val="28482588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982663" y="457200"/>
            <a:ext cx="7704137" cy="1981200"/>
          </a:xfrm>
          <a:gradFill rotWithShape="0">
            <a:gsLst>
              <a:gs pos="0">
                <a:srgbClr val="A603AB"/>
              </a:gs>
              <a:gs pos="6000">
                <a:srgbClr val="E81766"/>
              </a:gs>
              <a:gs pos="13499">
                <a:srgbClr val="EE3F17"/>
              </a:gs>
              <a:gs pos="24001">
                <a:srgbClr val="FFFF00"/>
              </a:gs>
              <a:gs pos="32500">
                <a:srgbClr val="1A8D48"/>
              </a:gs>
              <a:gs pos="39500">
                <a:srgbClr val="0819FB"/>
              </a:gs>
              <a:gs pos="50000">
                <a:srgbClr val="A603AB"/>
              </a:gs>
              <a:gs pos="60501">
                <a:srgbClr val="0819FB"/>
              </a:gs>
              <a:gs pos="67500">
                <a:srgbClr val="1A8D48"/>
              </a:gs>
              <a:gs pos="75999">
                <a:srgbClr val="FFFF00"/>
              </a:gs>
              <a:gs pos="86501">
                <a:srgbClr val="EE3F17"/>
              </a:gs>
              <a:gs pos="94000">
                <a:srgbClr val="E81766"/>
              </a:gs>
              <a:gs pos="100000">
                <a:srgbClr val="A603AB"/>
              </a:gs>
            </a:gsLst>
            <a:lin ang="0" scaled="1"/>
          </a:gradFill>
        </p:spPr>
        <p:txBody>
          <a:bodyPr/>
          <a:lstStyle/>
          <a:p>
            <a:pPr eaLnBrk="1" hangingPunct="1"/>
            <a:r>
              <a:rPr lang="en-US" altLang="en-US" smtClean="0"/>
              <a:t>Background – Bad</a:t>
            </a:r>
          </a:p>
        </p:txBody>
      </p:sp>
      <p:sp>
        <p:nvSpPr>
          <p:cNvPr id="59395" name="Rectangle 3"/>
          <p:cNvSpPr>
            <a:spLocks noGrp="1" noChangeArrowheads="1"/>
          </p:cNvSpPr>
          <p:nvPr>
            <p:ph idx="1"/>
          </p:nvPr>
        </p:nvSpPr>
        <p:spPr>
          <a:xfrm>
            <a:off x="982663" y="2667000"/>
            <a:ext cx="7704137" cy="3332163"/>
          </a:xfrm>
          <a:gradFill rotWithShape="0">
            <a:gsLst>
              <a:gs pos="0">
                <a:srgbClr val="A603AB"/>
              </a:gs>
              <a:gs pos="10501">
                <a:srgbClr val="0819FB"/>
              </a:gs>
              <a:gs pos="17500">
                <a:srgbClr val="1A8D48"/>
              </a:gs>
              <a:gs pos="25999">
                <a:srgbClr val="FFFF00"/>
              </a:gs>
              <a:gs pos="36501">
                <a:srgbClr val="EE3F17"/>
              </a:gs>
              <a:gs pos="44000">
                <a:srgbClr val="E81766"/>
              </a:gs>
              <a:gs pos="50000">
                <a:srgbClr val="A603AB"/>
              </a:gs>
              <a:gs pos="56000">
                <a:srgbClr val="E81766"/>
              </a:gs>
              <a:gs pos="63499">
                <a:srgbClr val="EE3F17"/>
              </a:gs>
              <a:gs pos="74001">
                <a:srgbClr val="FFFF00"/>
              </a:gs>
              <a:gs pos="82500">
                <a:srgbClr val="1A8D48"/>
              </a:gs>
              <a:gs pos="89500">
                <a:srgbClr val="0819FB"/>
              </a:gs>
              <a:gs pos="100000">
                <a:srgbClr val="A603AB"/>
              </a:gs>
            </a:gsLst>
            <a:lin ang="18900000" scaled="1"/>
          </a:gradFill>
        </p:spPr>
        <p:txBody>
          <a:bodyPr/>
          <a:lstStyle/>
          <a:p>
            <a:pPr eaLnBrk="1" hangingPunct="1"/>
            <a:r>
              <a:rPr lang="en-US" altLang="en-US" smtClean="0">
                <a:solidFill>
                  <a:schemeClr val="accent1"/>
                </a:solidFill>
              </a:rPr>
              <a:t>Avoid backgrounds that are distracting or difficult to read from</a:t>
            </a:r>
          </a:p>
          <a:p>
            <a:pPr eaLnBrk="1" hangingPunct="1"/>
            <a:r>
              <a:rPr lang="en-US" altLang="en-US" smtClean="0">
                <a:solidFill>
                  <a:schemeClr val="accent1"/>
                </a:solidFill>
              </a:rPr>
              <a:t>Always be consistent with the background that you use</a:t>
            </a:r>
          </a:p>
          <a:p>
            <a:pPr eaLnBrk="1" hangingPunct="1">
              <a:buFont typeface="Wingdings" panose="05000000000000000000" pitchFamily="2" charset="2"/>
              <a:buNone/>
            </a:pPr>
            <a:endParaRPr lang="en-US" altLang="en-US" smtClean="0">
              <a:solidFill>
                <a:schemeClr val="accent1"/>
              </a:solidFill>
            </a:endParaRPr>
          </a:p>
          <a:p>
            <a:pPr eaLnBrk="1" hangingPunct="1"/>
            <a:endParaRPr lang="en-US" altLang="en-US" smtClean="0">
              <a:solidFill>
                <a:schemeClr val="accent1"/>
              </a:solidFill>
            </a:endParaRPr>
          </a:p>
          <a:p>
            <a:pPr eaLnBrk="1" hangingPunct="1"/>
            <a:endParaRPr lang="en-US" altLang="en-US" smtClean="0">
              <a:solidFill>
                <a:schemeClr val="accent1"/>
              </a:solidFill>
            </a:endParaRPr>
          </a:p>
          <a:p>
            <a:pPr eaLnBrk="1" hangingPunct="1"/>
            <a:endParaRPr lang="en-US" altLang="en-US" smtClean="0">
              <a:solidFill>
                <a:schemeClr val="accent1"/>
              </a:solidFill>
            </a:endParaRPr>
          </a:p>
        </p:txBody>
      </p:sp>
      <p:pic>
        <p:nvPicPr>
          <p:cNvPr id="6148" name="Picture 4" descr="C:\Program Files\Common Files\Microsoft Shared\Clipart\cagcat50\pe07677_.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24200" y="3886200"/>
            <a:ext cx="2473325" cy="247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12551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6148"/>
                                        </p:tgtEl>
                                        <p:attrNameLst>
                                          <p:attrName>style.visibility</p:attrName>
                                        </p:attrNameLst>
                                      </p:cBhvr>
                                      <p:to>
                                        <p:strVal val="visible"/>
                                      </p:to>
                                    </p:set>
                                    <p:anim calcmode="lin" valueType="num">
                                      <p:cBhvr additive="base">
                                        <p:cTn id="7" dur="500" fill="hold"/>
                                        <p:tgtEl>
                                          <p:spTgt spid="6148"/>
                                        </p:tgtEl>
                                        <p:attrNameLst>
                                          <p:attrName>ppt_x</p:attrName>
                                        </p:attrNameLst>
                                      </p:cBhvr>
                                      <p:tavLst>
                                        <p:tav tm="0">
                                          <p:val>
                                            <p:strVal val="#ppt_x"/>
                                          </p:val>
                                        </p:tav>
                                        <p:tav tm="100000">
                                          <p:val>
                                            <p:strVal val="#ppt_x"/>
                                          </p:val>
                                        </p:tav>
                                      </p:tavLst>
                                    </p:anim>
                                    <p:anim calcmode="lin" valueType="num">
                                      <p:cBhvr additive="base">
                                        <p:cTn id="8" dur="500" fill="hold"/>
                                        <p:tgtEl>
                                          <p:spTgt spid="6148"/>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982663" y="457200"/>
            <a:ext cx="7704137" cy="1981200"/>
          </a:xfrm>
        </p:spPr>
        <p:txBody>
          <a:bodyPr/>
          <a:lstStyle/>
          <a:p>
            <a:pPr eaLnBrk="1" hangingPunct="1"/>
            <a:r>
              <a:rPr lang="en-US" altLang="en-US" smtClean="0"/>
              <a:t>Graphs - Good</a:t>
            </a:r>
          </a:p>
        </p:txBody>
      </p:sp>
      <p:sp>
        <p:nvSpPr>
          <p:cNvPr id="38915" name="Rectangle 3"/>
          <p:cNvSpPr>
            <a:spLocks noGrp="1" noChangeArrowheads="1"/>
          </p:cNvSpPr>
          <p:nvPr>
            <p:ph idx="1"/>
          </p:nvPr>
        </p:nvSpPr>
        <p:spPr>
          <a:xfrm>
            <a:off x="982663" y="2667000"/>
            <a:ext cx="7704137" cy="3332163"/>
          </a:xfrm>
        </p:spPr>
        <p:txBody>
          <a:bodyPr rtlCol="0">
            <a:normAutofit lnSpcReduction="10000"/>
          </a:bodyPr>
          <a:lstStyle/>
          <a:p>
            <a:pPr eaLnBrk="1" fontAlgn="auto" hangingPunct="1">
              <a:spcAft>
                <a:spcPts val="0"/>
              </a:spcAft>
              <a:defRPr/>
            </a:pPr>
            <a:r>
              <a:rPr lang="en-US" altLang="en-US" smtClean="0"/>
              <a:t>Use graphs rather than just charts and words</a:t>
            </a:r>
          </a:p>
          <a:p>
            <a:pPr lvl="1" eaLnBrk="1" fontAlgn="auto" hangingPunct="1">
              <a:spcAft>
                <a:spcPts val="0"/>
              </a:spcAft>
              <a:defRPr/>
            </a:pPr>
            <a:r>
              <a:rPr lang="en-US" altLang="en-US" smtClean="0"/>
              <a:t>Data in graphs is easier to comprehend &amp; retain than is raw data</a:t>
            </a:r>
          </a:p>
          <a:p>
            <a:pPr lvl="1" eaLnBrk="1" fontAlgn="auto" hangingPunct="1">
              <a:spcAft>
                <a:spcPts val="0"/>
              </a:spcAft>
              <a:defRPr/>
            </a:pPr>
            <a:r>
              <a:rPr lang="en-US" altLang="en-US" smtClean="0"/>
              <a:t>Trends are easier to visualize in graph form</a:t>
            </a:r>
          </a:p>
          <a:p>
            <a:pPr lvl="1" eaLnBrk="1" fontAlgn="auto" hangingPunct="1">
              <a:spcAft>
                <a:spcPts val="0"/>
              </a:spcAft>
              <a:defRPr/>
            </a:pPr>
            <a:endParaRPr lang="en-US" altLang="en-US" smtClean="0"/>
          </a:p>
          <a:p>
            <a:pPr eaLnBrk="1" fontAlgn="auto" hangingPunct="1">
              <a:spcAft>
                <a:spcPts val="0"/>
              </a:spcAft>
              <a:defRPr/>
            </a:pPr>
            <a:r>
              <a:rPr lang="en-US" altLang="en-US" smtClean="0"/>
              <a:t>Always title your graphs</a:t>
            </a:r>
          </a:p>
          <a:p>
            <a:pPr eaLnBrk="1" fontAlgn="auto" hangingPunct="1">
              <a:spcAft>
                <a:spcPts val="0"/>
              </a:spcAft>
              <a:defRPr/>
            </a:pPr>
            <a:endParaRPr lang="en-US" altLang="en-US" smtClean="0"/>
          </a:p>
        </p:txBody>
      </p:sp>
    </p:spTree>
    <p:extLst>
      <p:ext uri="{BB962C8B-B14F-4D97-AF65-F5344CB8AC3E}">
        <p14:creationId xmlns:p14="http://schemas.microsoft.com/office/powerpoint/2010/main" val="305720422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982663" y="457200"/>
            <a:ext cx="7704137" cy="1981200"/>
          </a:xfrm>
        </p:spPr>
        <p:txBody>
          <a:bodyPr/>
          <a:lstStyle/>
          <a:p>
            <a:pPr eaLnBrk="1" hangingPunct="1"/>
            <a:r>
              <a:rPr lang="en-US" altLang="en-US" smtClean="0"/>
              <a:t>Graphs - Bad</a:t>
            </a:r>
          </a:p>
        </p:txBody>
      </p:sp>
      <p:graphicFrame>
        <p:nvGraphicFramePr>
          <p:cNvPr id="61443" name="Object 5"/>
          <p:cNvGraphicFramePr>
            <a:graphicFrameLocks noChangeAspect="1"/>
          </p:cNvGraphicFramePr>
          <p:nvPr/>
        </p:nvGraphicFramePr>
        <p:xfrm>
          <a:off x="2133600" y="3181350"/>
          <a:ext cx="4724400" cy="765175"/>
        </p:xfrm>
        <a:graphic>
          <a:graphicData uri="http://schemas.openxmlformats.org/presentationml/2006/ole">
            <mc:AlternateContent xmlns:mc="http://schemas.openxmlformats.org/markup-compatibility/2006">
              <mc:Choice xmlns:v="urn:schemas-microsoft-com:vml" Requires="v">
                <p:oleObj spid="_x0000_s22531" name="Worksheet" r:id="rId4" imgW="3057934" imgH="495488" progId="Excel.Sheet.8">
                  <p:embed/>
                </p:oleObj>
              </mc:Choice>
              <mc:Fallback>
                <p:oleObj name="Worksheet" r:id="rId4" imgW="3057934" imgH="495488" progId="Excel.Shee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3600" y="3181350"/>
                        <a:ext cx="4724400" cy="76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90538753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altLang="en-US" smtClean="0"/>
              <a:t>Graphs - Good</a:t>
            </a:r>
          </a:p>
        </p:txBody>
      </p:sp>
      <p:graphicFrame>
        <p:nvGraphicFramePr>
          <p:cNvPr id="63491" name="Object 6"/>
          <p:cNvGraphicFramePr>
            <a:graphicFrameLocks noGrp="1" noChangeAspect="1"/>
          </p:cNvGraphicFramePr>
          <p:nvPr>
            <p:ph type="chart" sz="half" idx="1"/>
          </p:nvPr>
        </p:nvGraphicFramePr>
        <p:xfrm>
          <a:off x="914400" y="2362200"/>
          <a:ext cx="3924300" cy="3733800"/>
        </p:xfrm>
        <a:graphic>
          <a:graphicData uri="http://schemas.openxmlformats.org/presentationml/2006/ole">
            <mc:AlternateContent xmlns:mc="http://schemas.openxmlformats.org/markup-compatibility/2006">
              <mc:Choice xmlns:v="urn:schemas-microsoft-com:vml" Requires="v">
                <p:oleObj spid="_x0000_s23556" name="Chart" r:id="rId3" imgW="3924399" imgH="3733712" progId="MSGraph.Chart.8">
                  <p:embed followColorScheme="full"/>
                </p:oleObj>
              </mc:Choice>
              <mc:Fallback>
                <p:oleObj name="Chart" r:id="rId3" imgW="3924399" imgH="3733712" progId="MSGraph.Chart.8">
                  <p:embed followColorScheme="full"/>
                  <p:pic>
                    <p:nvPicPr>
                      <p:cNvPr id="0" name=""/>
                      <p:cNvPicPr>
                        <a:picLocks noGrp="1" noChangeAspect="1" noChangeArrowheads="1"/>
                      </p:cNvPicPr>
                      <p:nvPr/>
                    </p:nvPicPr>
                    <p:blipFill>
                      <a:blip r:embed="rId4"/>
                      <a:srcRect/>
                      <a:stretch>
                        <a:fillRect/>
                      </a:stretch>
                    </p:blipFill>
                    <p:spPr bwMode="auto">
                      <a:xfrm>
                        <a:off x="914400" y="2362200"/>
                        <a:ext cx="39243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3492" name="Object 7"/>
          <p:cNvGraphicFramePr>
            <a:graphicFrameLocks noChangeAspect="1"/>
          </p:cNvGraphicFramePr>
          <p:nvPr/>
        </p:nvGraphicFramePr>
        <p:xfrm>
          <a:off x="611188" y="2090738"/>
          <a:ext cx="8304212" cy="4632325"/>
        </p:xfrm>
        <a:graphic>
          <a:graphicData uri="http://schemas.openxmlformats.org/presentationml/2006/ole">
            <mc:AlternateContent xmlns:mc="http://schemas.openxmlformats.org/markup-compatibility/2006">
              <mc:Choice xmlns:v="urn:schemas-microsoft-com:vml" Requires="v">
                <p:oleObj spid="_x0000_s23557" name="Chart" r:id="rId5" imgW="9525294" imgH="5315232" progId="Excel.Chart.8">
                  <p:embed/>
                </p:oleObj>
              </mc:Choice>
              <mc:Fallback>
                <p:oleObj name="Chart" r:id="rId5" imgW="9525294" imgH="5315232" progId="Excel.Char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188" y="2090738"/>
                        <a:ext cx="8304212" cy="463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68983469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en-US" altLang="en-US" smtClean="0"/>
              <a:t>Graphs - Bad</a:t>
            </a:r>
          </a:p>
        </p:txBody>
      </p:sp>
      <p:graphicFrame>
        <p:nvGraphicFramePr>
          <p:cNvPr id="64515" name="Object 6"/>
          <p:cNvGraphicFramePr>
            <a:graphicFrameLocks noChangeAspect="1"/>
          </p:cNvGraphicFramePr>
          <p:nvPr/>
        </p:nvGraphicFramePr>
        <p:xfrm>
          <a:off x="762000" y="2249488"/>
          <a:ext cx="8077200" cy="4384675"/>
        </p:xfrm>
        <a:graphic>
          <a:graphicData uri="http://schemas.openxmlformats.org/presentationml/2006/ole">
            <mc:AlternateContent xmlns:mc="http://schemas.openxmlformats.org/markup-compatibility/2006">
              <mc:Choice xmlns:v="urn:schemas-microsoft-com:vml" Requires="v">
                <p:oleObj spid="_x0000_s24579" name="Chart" r:id="rId3" imgW="9525294" imgH="5172531" progId="Excel.Chart.8">
                  <p:embed/>
                </p:oleObj>
              </mc:Choice>
              <mc:Fallback>
                <p:oleObj name="Chart" r:id="rId3" imgW="9525294" imgH="5172531" progId="Excel.Char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2249488"/>
                        <a:ext cx="8077200" cy="438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999269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a:xfrm>
            <a:off x="609600" y="228600"/>
            <a:ext cx="7772400" cy="1143000"/>
          </a:xfrm>
        </p:spPr>
        <p:txBody>
          <a:bodyPr rtlCol="0">
            <a:normAutofit/>
          </a:bodyPr>
          <a:lstStyle/>
          <a:p>
            <a:pPr eaLnBrk="1" fontAlgn="auto" hangingPunct="1">
              <a:spcAft>
                <a:spcPts val="0"/>
              </a:spcAft>
              <a:defRPr/>
            </a:pPr>
            <a:r>
              <a:rPr lang="en-US" dirty="0" smtClean="0">
                <a:solidFill>
                  <a:schemeClr val="tx2">
                    <a:satMod val="200000"/>
                  </a:schemeClr>
                </a:solidFill>
              </a:rPr>
              <a:t>Interface of MS PowerPoint</a:t>
            </a:r>
          </a:p>
        </p:txBody>
      </p:sp>
      <p:pic>
        <p:nvPicPr>
          <p:cNvPr id="65539"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1511300" y="2127250"/>
            <a:ext cx="6370638" cy="3663950"/>
          </a:xfrm>
        </p:spPr>
      </p:pic>
      <p:sp>
        <p:nvSpPr>
          <p:cNvPr id="1028" name="Date Placeholder 3"/>
          <p:cNvSpPr>
            <a:spLocks noGrp="1"/>
          </p:cNvSpPr>
          <p:nvPr>
            <p:ph type="dt" sz="quarter" idx="14"/>
          </p:nvPr>
        </p:nvSpPr>
        <p:spPr bwMode="auto">
          <a:ln>
            <a:miter lim="800000"/>
            <a:headEnd/>
            <a:tailEnd/>
          </a:ln>
        </p:spPr>
        <p:txBody>
          <a:bodyPr wrap="square" numCol="1" anchorCtr="0" compatLnSpc="1">
            <a:prstTxWarp prst="textNoShape">
              <a:avLst/>
            </a:prstTxWarp>
          </a:bodyPr>
          <a:lstStyle/>
          <a:p>
            <a:pPr>
              <a:defRPr/>
            </a:pPr>
            <a:fld id="{3B4B3062-FB9A-49F2-81F7-91C2B2CC69EE}" type="datetime1">
              <a:rPr lang="en-US"/>
              <a:pPr>
                <a:defRPr/>
              </a:pPr>
              <a:t>7/3/2018</a:t>
            </a:fld>
            <a:endParaRPr lang="en-US"/>
          </a:p>
        </p:txBody>
      </p:sp>
      <p:sp>
        <p:nvSpPr>
          <p:cNvPr id="65541" name="Slide Number Placeholder 5"/>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FC22487-31DE-4064-A6CB-F3BD1F1278D6}" type="slidenum">
              <a:rPr lang="en-US" altLang="en-US" smtClean="0">
                <a:solidFill>
                  <a:srgbClr val="898989"/>
                </a:solidFill>
              </a:rPr>
              <a:pPr/>
              <a:t>24</a:t>
            </a:fld>
            <a:endParaRPr lang="en-US" altLang="en-US" smtClean="0">
              <a:solidFill>
                <a:srgbClr val="898989"/>
              </a:solidFill>
            </a:endParaRPr>
          </a:p>
        </p:txBody>
      </p:sp>
      <p:sp>
        <p:nvSpPr>
          <p:cNvPr id="65542" name="Text Box 4"/>
          <p:cNvSpPr txBox="1">
            <a:spLocks noChangeArrowheads="1"/>
          </p:cNvSpPr>
          <p:nvPr/>
        </p:nvSpPr>
        <p:spPr bwMode="auto">
          <a:xfrm>
            <a:off x="4229100" y="6086475"/>
            <a:ext cx="2057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solidFill>
                  <a:srgbClr val="000000"/>
                </a:solidFill>
                <a:latin typeface="Times New Roman" panose="02020603050405020304" pitchFamily="18" charset="0"/>
              </a:rPr>
              <a:t>View Button</a:t>
            </a:r>
          </a:p>
        </p:txBody>
      </p:sp>
      <p:sp>
        <p:nvSpPr>
          <p:cNvPr id="65543" name="Line 5"/>
          <p:cNvSpPr>
            <a:spLocks noChangeShapeType="1"/>
          </p:cNvSpPr>
          <p:nvPr/>
        </p:nvSpPr>
        <p:spPr bwMode="auto">
          <a:xfrm flipV="1">
            <a:off x="5486400" y="5791200"/>
            <a:ext cx="857250" cy="463550"/>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5544" name="Text Box 6"/>
          <p:cNvSpPr txBox="1">
            <a:spLocks noChangeArrowheads="1"/>
          </p:cNvSpPr>
          <p:nvPr/>
        </p:nvSpPr>
        <p:spPr bwMode="auto">
          <a:xfrm>
            <a:off x="365125" y="3825875"/>
            <a:ext cx="10969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solidFill>
                  <a:srgbClr val="000000"/>
                </a:solidFill>
                <a:latin typeface="Times New Roman" panose="02020603050405020304" pitchFamily="18" charset="0"/>
              </a:rPr>
              <a:t>Outline</a:t>
            </a:r>
          </a:p>
          <a:p>
            <a:pPr eaLnBrk="1" hangingPunct="1"/>
            <a:r>
              <a:rPr lang="en-US" altLang="en-US" sz="2400">
                <a:solidFill>
                  <a:srgbClr val="000000"/>
                </a:solidFill>
                <a:latin typeface="Times New Roman" panose="02020603050405020304" pitchFamily="18" charset="0"/>
              </a:rPr>
              <a:t>Pane</a:t>
            </a:r>
          </a:p>
        </p:txBody>
      </p:sp>
      <p:sp>
        <p:nvSpPr>
          <p:cNvPr id="65545" name="Line 9"/>
          <p:cNvSpPr>
            <a:spLocks noChangeShapeType="1"/>
          </p:cNvSpPr>
          <p:nvPr/>
        </p:nvSpPr>
        <p:spPr bwMode="auto">
          <a:xfrm flipH="1">
            <a:off x="6781800" y="4648200"/>
            <a:ext cx="1066800" cy="1143000"/>
          </a:xfrm>
          <a:prstGeom prst="line">
            <a:avLst/>
          </a:prstGeom>
          <a:noFill/>
          <a:ln w="3810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5546" name="Line 11"/>
          <p:cNvSpPr>
            <a:spLocks noChangeShapeType="1"/>
          </p:cNvSpPr>
          <p:nvPr/>
        </p:nvSpPr>
        <p:spPr bwMode="auto">
          <a:xfrm flipH="1">
            <a:off x="6553200" y="2819400"/>
            <a:ext cx="1295400" cy="838200"/>
          </a:xfrm>
          <a:prstGeom prst="line">
            <a:avLst/>
          </a:prstGeom>
          <a:noFill/>
          <a:ln w="3810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5547" name="Line 7"/>
          <p:cNvSpPr>
            <a:spLocks noChangeShapeType="1"/>
          </p:cNvSpPr>
          <p:nvPr/>
        </p:nvSpPr>
        <p:spPr bwMode="auto">
          <a:xfrm flipV="1">
            <a:off x="914400" y="3368675"/>
            <a:ext cx="914400" cy="212725"/>
          </a:xfrm>
          <a:prstGeom prst="line">
            <a:avLst/>
          </a:prstGeom>
          <a:noFill/>
          <a:ln w="2857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5548" name="Text Box 8"/>
          <p:cNvSpPr txBox="1">
            <a:spLocks noChangeArrowheads="1"/>
          </p:cNvSpPr>
          <p:nvPr/>
        </p:nvSpPr>
        <p:spPr bwMode="auto">
          <a:xfrm>
            <a:off x="8161338" y="4237038"/>
            <a:ext cx="77628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solidFill>
                  <a:srgbClr val="000000"/>
                </a:solidFill>
                <a:latin typeface="Times New Roman" panose="02020603050405020304" pitchFamily="18" charset="0"/>
              </a:rPr>
              <a:t>Note</a:t>
            </a:r>
          </a:p>
          <a:p>
            <a:pPr eaLnBrk="1" hangingPunct="1"/>
            <a:r>
              <a:rPr lang="en-US" altLang="en-US" sz="2400">
                <a:solidFill>
                  <a:srgbClr val="000000"/>
                </a:solidFill>
                <a:latin typeface="Times New Roman" panose="02020603050405020304" pitchFamily="18" charset="0"/>
              </a:rPr>
              <a:t>Pane</a:t>
            </a:r>
          </a:p>
        </p:txBody>
      </p:sp>
      <p:cxnSp>
        <p:nvCxnSpPr>
          <p:cNvPr id="7" name="Straight Arrow Connector 6"/>
          <p:cNvCxnSpPr/>
          <p:nvPr/>
        </p:nvCxnSpPr>
        <p:spPr>
          <a:xfrm flipH="1">
            <a:off x="7010400" y="4648200"/>
            <a:ext cx="1150938" cy="7286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p:cNvCxnSpPr/>
          <p:nvPr/>
        </p:nvCxnSpPr>
        <p:spPr>
          <a:xfrm flipH="1">
            <a:off x="6553200" y="2420938"/>
            <a:ext cx="1219200" cy="9096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5551" name="Text Box 10"/>
          <p:cNvSpPr txBox="1">
            <a:spLocks noChangeArrowheads="1"/>
          </p:cNvSpPr>
          <p:nvPr/>
        </p:nvSpPr>
        <p:spPr bwMode="auto">
          <a:xfrm>
            <a:off x="7756525" y="2022475"/>
            <a:ext cx="8096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solidFill>
                  <a:srgbClr val="000000"/>
                </a:solidFill>
                <a:latin typeface="Times New Roman" panose="02020603050405020304" pitchFamily="18" charset="0"/>
              </a:rPr>
              <a:t>Slide</a:t>
            </a:r>
          </a:p>
          <a:p>
            <a:pPr eaLnBrk="1" hangingPunct="1"/>
            <a:r>
              <a:rPr lang="en-US" altLang="en-US" sz="2400">
                <a:solidFill>
                  <a:srgbClr val="000000"/>
                </a:solidFill>
                <a:latin typeface="Times New Roman" panose="02020603050405020304" pitchFamily="18" charset="0"/>
              </a:rPr>
              <a:t>Pane</a:t>
            </a:r>
          </a:p>
        </p:txBody>
      </p:sp>
    </p:spTree>
    <p:extLst>
      <p:ext uri="{BB962C8B-B14F-4D97-AF65-F5344CB8AC3E}">
        <p14:creationId xmlns:p14="http://schemas.microsoft.com/office/powerpoint/2010/main" val="417398860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a:xfrm>
            <a:off x="685800" y="228600"/>
            <a:ext cx="7772400" cy="1143000"/>
          </a:xfrm>
        </p:spPr>
        <p:txBody>
          <a:bodyPr rtlCol="0">
            <a:normAutofit/>
          </a:bodyPr>
          <a:lstStyle/>
          <a:p>
            <a:pPr eaLnBrk="1" fontAlgn="auto" hangingPunct="1">
              <a:spcAft>
                <a:spcPts val="0"/>
              </a:spcAft>
              <a:defRPr/>
            </a:pPr>
            <a:r>
              <a:rPr lang="en-US" dirty="0" smtClean="0">
                <a:solidFill>
                  <a:schemeClr val="tx2">
                    <a:satMod val="200000"/>
                  </a:schemeClr>
                </a:solidFill>
              </a:rPr>
              <a:t>MS PowerPoint……</a:t>
            </a:r>
          </a:p>
        </p:txBody>
      </p:sp>
      <p:sp>
        <p:nvSpPr>
          <p:cNvPr id="20483" name="Rectangle 3"/>
          <p:cNvSpPr>
            <a:spLocks noGrp="1" noChangeArrowheads="1"/>
          </p:cNvSpPr>
          <p:nvPr>
            <p:ph idx="1"/>
          </p:nvPr>
        </p:nvSpPr>
        <p:spPr>
          <a:xfrm>
            <a:off x="685800" y="1524000"/>
            <a:ext cx="7772400" cy="4114800"/>
          </a:xfrm>
        </p:spPr>
        <p:txBody>
          <a:bodyPr rtlCol="0">
            <a:normAutofit fontScale="92500" lnSpcReduction="10000"/>
          </a:bodyPr>
          <a:lstStyle/>
          <a:p>
            <a:pPr eaLnBrk="1" fontAlgn="auto" hangingPunct="1">
              <a:lnSpc>
                <a:spcPct val="90000"/>
              </a:lnSpc>
              <a:spcAft>
                <a:spcPts val="0"/>
              </a:spcAft>
              <a:buClr>
                <a:schemeClr val="accent1">
                  <a:lumMod val="75000"/>
                </a:schemeClr>
              </a:buClr>
              <a:buFont typeface="Arial"/>
              <a:buChar char="•"/>
              <a:defRPr/>
            </a:pPr>
            <a:r>
              <a:rPr lang="en-US" altLang="en-US" smtClean="0">
                <a:solidFill>
                  <a:srgbClr val="000000"/>
                </a:solidFill>
              </a:rPr>
              <a:t>Outline pane</a:t>
            </a:r>
          </a:p>
          <a:p>
            <a:pPr lvl="1" eaLnBrk="1" fontAlgn="auto" hangingPunct="1">
              <a:lnSpc>
                <a:spcPct val="90000"/>
              </a:lnSpc>
              <a:spcAft>
                <a:spcPts val="0"/>
              </a:spcAft>
              <a:buClr>
                <a:schemeClr val="accent1">
                  <a:lumMod val="75000"/>
                </a:schemeClr>
              </a:buClr>
              <a:buFont typeface="Arial"/>
              <a:buChar char="•"/>
              <a:defRPr/>
            </a:pPr>
            <a:r>
              <a:rPr lang="en-US" altLang="en-US" sz="2400" smtClean="0">
                <a:solidFill>
                  <a:srgbClr val="000000"/>
                </a:solidFill>
              </a:rPr>
              <a:t>To organize and develop the content of presentation.  Can type all of the text of presentation and rearrange bullet points, paragraphs.</a:t>
            </a:r>
          </a:p>
          <a:p>
            <a:pPr eaLnBrk="1" fontAlgn="auto" hangingPunct="1">
              <a:lnSpc>
                <a:spcPct val="90000"/>
              </a:lnSpc>
              <a:spcAft>
                <a:spcPts val="0"/>
              </a:spcAft>
              <a:buClr>
                <a:schemeClr val="accent1">
                  <a:lumMod val="75000"/>
                </a:schemeClr>
              </a:buClr>
              <a:buFont typeface="Arial"/>
              <a:buChar char="•"/>
              <a:defRPr/>
            </a:pPr>
            <a:r>
              <a:rPr lang="en-US" altLang="en-US" smtClean="0">
                <a:solidFill>
                  <a:srgbClr val="000000"/>
                </a:solidFill>
              </a:rPr>
              <a:t>Slide pane</a:t>
            </a:r>
          </a:p>
          <a:p>
            <a:pPr lvl="1" eaLnBrk="1" fontAlgn="auto" hangingPunct="1">
              <a:lnSpc>
                <a:spcPct val="90000"/>
              </a:lnSpc>
              <a:spcAft>
                <a:spcPts val="0"/>
              </a:spcAft>
              <a:buClr>
                <a:schemeClr val="accent1">
                  <a:lumMod val="75000"/>
                </a:schemeClr>
              </a:buClr>
              <a:buFont typeface="Arial"/>
              <a:buChar char="•"/>
              <a:defRPr/>
            </a:pPr>
            <a:r>
              <a:rPr lang="en-US" altLang="en-US" sz="2400" smtClean="0">
                <a:solidFill>
                  <a:srgbClr val="000000"/>
                </a:solidFill>
              </a:rPr>
              <a:t>Can see how your text looks on each slide.  You can see graphics, movies and sounds, create hyperlinks, and add animations to individual slides.</a:t>
            </a:r>
          </a:p>
          <a:p>
            <a:pPr eaLnBrk="1" fontAlgn="auto" hangingPunct="1">
              <a:lnSpc>
                <a:spcPct val="90000"/>
              </a:lnSpc>
              <a:spcAft>
                <a:spcPts val="0"/>
              </a:spcAft>
              <a:buClr>
                <a:schemeClr val="accent1">
                  <a:lumMod val="75000"/>
                </a:schemeClr>
              </a:buClr>
              <a:buFont typeface="Arial"/>
              <a:buChar char="•"/>
              <a:defRPr/>
            </a:pPr>
            <a:r>
              <a:rPr lang="en-US" altLang="en-US" smtClean="0">
                <a:solidFill>
                  <a:srgbClr val="000000"/>
                </a:solidFill>
              </a:rPr>
              <a:t>Notes pane</a:t>
            </a:r>
          </a:p>
          <a:p>
            <a:pPr lvl="1" eaLnBrk="1" fontAlgn="auto" hangingPunct="1">
              <a:lnSpc>
                <a:spcPct val="90000"/>
              </a:lnSpc>
              <a:spcAft>
                <a:spcPts val="0"/>
              </a:spcAft>
              <a:buClr>
                <a:schemeClr val="accent1">
                  <a:lumMod val="75000"/>
                </a:schemeClr>
              </a:buClr>
              <a:buFont typeface="Arial"/>
              <a:buChar char="•"/>
              <a:defRPr/>
            </a:pPr>
            <a:r>
              <a:rPr lang="en-US" altLang="en-US" sz="2400" smtClean="0">
                <a:solidFill>
                  <a:srgbClr val="000000"/>
                </a:solidFill>
              </a:rPr>
              <a:t>Lets add speaker notes or information want to share with the audience.  It is only the presenter’s use.</a:t>
            </a:r>
          </a:p>
          <a:p>
            <a:pPr lvl="1" eaLnBrk="1" fontAlgn="auto" hangingPunct="1">
              <a:lnSpc>
                <a:spcPct val="90000"/>
              </a:lnSpc>
              <a:spcAft>
                <a:spcPts val="0"/>
              </a:spcAft>
              <a:buClr>
                <a:schemeClr val="accent1">
                  <a:lumMod val="75000"/>
                </a:schemeClr>
              </a:buClr>
              <a:buFont typeface="Wingdings" panose="05000000000000000000" pitchFamily="2" charset="2"/>
              <a:buNone/>
              <a:defRPr/>
            </a:pPr>
            <a:endParaRPr lang="en-US" altLang="en-US" sz="2400" smtClean="0">
              <a:solidFill>
                <a:srgbClr val="000000"/>
              </a:solidFill>
            </a:endParaRPr>
          </a:p>
          <a:p>
            <a:pPr eaLnBrk="1" fontAlgn="auto" hangingPunct="1">
              <a:lnSpc>
                <a:spcPct val="90000"/>
              </a:lnSpc>
              <a:spcAft>
                <a:spcPts val="0"/>
              </a:spcAft>
              <a:buClr>
                <a:schemeClr val="accent1">
                  <a:lumMod val="75000"/>
                </a:schemeClr>
              </a:buClr>
              <a:buFont typeface="Wingdings" panose="05000000000000000000" pitchFamily="2" charset="2"/>
              <a:buNone/>
              <a:defRPr/>
            </a:pPr>
            <a:endParaRPr lang="en-US" altLang="en-US" smtClean="0">
              <a:solidFill>
                <a:srgbClr val="000000"/>
              </a:solidFill>
            </a:endParaRPr>
          </a:p>
        </p:txBody>
      </p:sp>
      <p:sp>
        <p:nvSpPr>
          <p:cNvPr id="29700" name="Date Placeholder 3"/>
          <p:cNvSpPr>
            <a:spLocks noGrp="1"/>
          </p:cNvSpPr>
          <p:nvPr>
            <p:ph type="dt" sz="quarter" idx="14"/>
          </p:nvPr>
        </p:nvSpPr>
        <p:spPr bwMode="auto">
          <a:ln>
            <a:miter lim="800000"/>
            <a:headEnd/>
            <a:tailEnd/>
          </a:ln>
        </p:spPr>
        <p:txBody>
          <a:bodyPr wrap="square" numCol="1" anchorCtr="0" compatLnSpc="1">
            <a:prstTxWarp prst="textNoShape">
              <a:avLst/>
            </a:prstTxWarp>
          </a:bodyPr>
          <a:lstStyle/>
          <a:p>
            <a:pPr>
              <a:defRPr/>
            </a:pPr>
            <a:fld id="{95917DEF-8718-4A5A-86E8-3CE5B44B264D}" type="datetime1">
              <a:rPr lang="en-US"/>
              <a:pPr>
                <a:defRPr/>
              </a:pPr>
              <a:t>7/3/2018</a:t>
            </a:fld>
            <a:endParaRPr lang="en-US"/>
          </a:p>
        </p:txBody>
      </p:sp>
      <p:sp>
        <p:nvSpPr>
          <p:cNvPr id="67589" name="Slide Number Placeholder 5"/>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3EE4B97-07F0-4C95-85B5-EFB192C29D7F}" type="slidenum">
              <a:rPr lang="en-US" altLang="en-US" smtClean="0">
                <a:solidFill>
                  <a:srgbClr val="898989"/>
                </a:solidFill>
              </a:rPr>
              <a:pPr/>
              <a:t>25</a:t>
            </a:fld>
            <a:endParaRPr lang="en-US" altLang="en-US" smtClean="0">
              <a:solidFill>
                <a:srgbClr val="898989"/>
              </a:solidFill>
            </a:endParaRPr>
          </a:p>
        </p:txBody>
      </p:sp>
    </p:spTree>
    <p:extLst>
      <p:ext uri="{BB962C8B-B14F-4D97-AF65-F5344CB8AC3E}">
        <p14:creationId xmlns:p14="http://schemas.microsoft.com/office/powerpoint/2010/main" val="113747682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a:xfrm>
            <a:off x="982663" y="457200"/>
            <a:ext cx="7704137" cy="1981200"/>
          </a:xfrm>
        </p:spPr>
        <p:txBody>
          <a:bodyPr/>
          <a:lstStyle/>
          <a:p>
            <a:pPr eaLnBrk="1" hangingPunct="1"/>
            <a:r>
              <a:rPr lang="en-US" altLang="en-US" smtClean="0"/>
              <a:t>Presentation views</a:t>
            </a:r>
          </a:p>
        </p:txBody>
      </p:sp>
      <p:pic>
        <p:nvPicPr>
          <p:cNvPr id="69635"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1981200" y="2971800"/>
            <a:ext cx="5046663" cy="2128838"/>
          </a:xfrm>
        </p:spPr>
      </p:pic>
      <p:sp>
        <p:nvSpPr>
          <p:cNvPr id="4" name="Date Placeholder 3"/>
          <p:cNvSpPr>
            <a:spLocks noGrp="1"/>
          </p:cNvSpPr>
          <p:nvPr>
            <p:ph type="dt" sz="quarter" idx="14"/>
          </p:nvPr>
        </p:nvSpPr>
        <p:spPr/>
        <p:txBody>
          <a:bodyPr/>
          <a:lstStyle/>
          <a:p>
            <a:pPr>
              <a:defRPr/>
            </a:pPr>
            <a:fld id="{57472858-D328-49A2-AB00-BE918602E61D}" type="datetime1">
              <a:rPr lang="en-US"/>
              <a:pPr>
                <a:defRPr/>
              </a:pPr>
              <a:t>7/3/2018</a:t>
            </a:fld>
            <a:endParaRPr lang="en-US"/>
          </a:p>
        </p:txBody>
      </p:sp>
      <p:sp>
        <p:nvSpPr>
          <p:cNvPr id="5" name="Slide Number Placeholder 4"/>
          <p:cNvSpPr>
            <a:spLocks noGrp="1"/>
          </p:cNvSpPr>
          <p:nvPr>
            <p:ph type="sldNum" sz="quarter" idx="16"/>
          </p:nvPr>
        </p:nvSpPr>
        <p:spPr/>
        <p:txBody>
          <a:bodyPr/>
          <a:lstStyle/>
          <a:p>
            <a:pPr>
              <a:defRPr/>
            </a:pPr>
            <a:fld id="{8277CC1B-0E30-46B5-8DB8-38249C2CDB45}" type="slidenum">
              <a:rPr lang="en-US" altLang="en-US"/>
              <a:pPr>
                <a:defRPr/>
              </a:pPr>
              <a:t>26</a:t>
            </a:fld>
            <a:endParaRPr lang="en-US" altLang="en-US"/>
          </a:p>
        </p:txBody>
      </p:sp>
    </p:spTree>
    <p:extLst>
      <p:ext uri="{BB962C8B-B14F-4D97-AF65-F5344CB8AC3E}">
        <p14:creationId xmlns:p14="http://schemas.microsoft.com/office/powerpoint/2010/main" val="36845724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696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a:xfrm>
            <a:off x="700088" y="263525"/>
            <a:ext cx="7772400" cy="1143000"/>
          </a:xfrm>
        </p:spPr>
        <p:txBody>
          <a:bodyPr rtlCol="0">
            <a:normAutofit/>
          </a:bodyPr>
          <a:lstStyle/>
          <a:p>
            <a:pPr eaLnBrk="1" fontAlgn="auto" hangingPunct="1">
              <a:spcAft>
                <a:spcPts val="0"/>
              </a:spcAft>
              <a:defRPr/>
            </a:pPr>
            <a:r>
              <a:rPr lang="en-US" dirty="0" smtClean="0">
                <a:solidFill>
                  <a:schemeClr val="tx2">
                    <a:satMod val="200000"/>
                  </a:schemeClr>
                </a:solidFill>
              </a:rPr>
              <a:t>Different views</a:t>
            </a:r>
          </a:p>
        </p:txBody>
      </p:sp>
      <p:sp>
        <p:nvSpPr>
          <p:cNvPr id="21509" name="Rectangle 3"/>
          <p:cNvSpPr>
            <a:spLocks noGrp="1" noChangeArrowheads="1"/>
          </p:cNvSpPr>
          <p:nvPr>
            <p:ph idx="1"/>
          </p:nvPr>
        </p:nvSpPr>
        <p:spPr>
          <a:xfrm>
            <a:off x="243625" y="1905000"/>
            <a:ext cx="8458200" cy="6289675"/>
          </a:xfrm>
        </p:spPr>
        <p:txBody>
          <a:bodyPr rtlCol="0">
            <a:noAutofit/>
          </a:bodyPr>
          <a:lstStyle/>
          <a:p>
            <a:pPr marL="582930" indent="-457200" eaLnBrk="1" fontAlgn="auto" hangingPunct="1">
              <a:lnSpc>
                <a:spcPct val="90000"/>
              </a:lnSpc>
              <a:spcAft>
                <a:spcPts val="0"/>
              </a:spcAft>
              <a:buClr>
                <a:schemeClr val="accent1">
                  <a:lumMod val="75000"/>
                </a:schemeClr>
              </a:buClr>
              <a:buFont typeface="+mj-lt"/>
              <a:buAutoNum type="arabicPeriod"/>
              <a:defRPr/>
            </a:pPr>
            <a:r>
              <a:rPr lang="en-US" sz="2800" b="1" dirty="0" smtClean="0">
                <a:solidFill>
                  <a:srgbClr val="000000"/>
                </a:solidFill>
              </a:rPr>
              <a:t>Normal view</a:t>
            </a:r>
            <a:r>
              <a:rPr lang="en-US" sz="2800" dirty="0" smtClean="0">
                <a:solidFill>
                  <a:srgbClr val="000000"/>
                </a:solidFill>
              </a:rPr>
              <a:t>-can work on one slide at a time or organize the structure of all the slides.</a:t>
            </a:r>
          </a:p>
          <a:p>
            <a:pPr marL="582930" indent="-457200" eaLnBrk="1" fontAlgn="auto" hangingPunct="1">
              <a:lnSpc>
                <a:spcPct val="90000"/>
              </a:lnSpc>
              <a:spcAft>
                <a:spcPts val="0"/>
              </a:spcAft>
              <a:buClr>
                <a:schemeClr val="accent1">
                  <a:lumMod val="75000"/>
                </a:schemeClr>
              </a:buClr>
              <a:buFont typeface="+mj-lt"/>
              <a:buAutoNum type="arabicPeriod"/>
              <a:defRPr/>
            </a:pPr>
            <a:r>
              <a:rPr lang="en-US" sz="2800" b="1" dirty="0" smtClean="0">
                <a:solidFill>
                  <a:srgbClr val="000000"/>
                </a:solidFill>
              </a:rPr>
              <a:t>Outline view</a:t>
            </a:r>
            <a:r>
              <a:rPr lang="en-US" sz="2800" dirty="0" smtClean="0">
                <a:solidFill>
                  <a:srgbClr val="000000"/>
                </a:solidFill>
              </a:rPr>
              <a:t>-Use to enter your text ideas in an outline form</a:t>
            </a:r>
          </a:p>
          <a:p>
            <a:pPr marL="582930" indent="-457200" eaLnBrk="1" fontAlgn="auto" hangingPunct="1">
              <a:lnSpc>
                <a:spcPct val="90000"/>
              </a:lnSpc>
              <a:spcAft>
                <a:spcPts val="0"/>
              </a:spcAft>
              <a:buClr>
                <a:schemeClr val="accent1">
                  <a:lumMod val="75000"/>
                </a:schemeClr>
              </a:buClr>
              <a:buFont typeface="+mj-lt"/>
              <a:buAutoNum type="arabicPeriod"/>
              <a:defRPr/>
            </a:pPr>
            <a:r>
              <a:rPr lang="en-US" sz="2800" b="1" dirty="0" smtClean="0">
                <a:solidFill>
                  <a:srgbClr val="000000"/>
                </a:solidFill>
              </a:rPr>
              <a:t>Slide sorter view</a:t>
            </a:r>
            <a:r>
              <a:rPr lang="en-US" sz="2800" dirty="0" smtClean="0">
                <a:solidFill>
                  <a:srgbClr val="000000"/>
                </a:solidFill>
              </a:rPr>
              <a:t> – This view lets you see several slides at once, and allows you select, reorganize, or change attributes of multiple slides.</a:t>
            </a:r>
          </a:p>
          <a:p>
            <a:pPr marL="582930" indent="-457200" eaLnBrk="1" fontAlgn="auto" hangingPunct="1">
              <a:lnSpc>
                <a:spcPct val="90000"/>
              </a:lnSpc>
              <a:spcAft>
                <a:spcPts val="0"/>
              </a:spcAft>
              <a:buClr>
                <a:schemeClr val="accent1">
                  <a:lumMod val="75000"/>
                </a:schemeClr>
              </a:buClr>
              <a:buFont typeface="+mj-lt"/>
              <a:buAutoNum type="arabicPeriod"/>
              <a:defRPr/>
            </a:pPr>
            <a:endParaRPr lang="en-US" sz="2800" dirty="0"/>
          </a:p>
          <a:p>
            <a:pPr marL="640080" indent="-514350" eaLnBrk="1" fontAlgn="auto" hangingPunct="1">
              <a:lnSpc>
                <a:spcPct val="90000"/>
              </a:lnSpc>
              <a:spcAft>
                <a:spcPts val="0"/>
              </a:spcAft>
              <a:buClr>
                <a:schemeClr val="accent1">
                  <a:lumMod val="75000"/>
                </a:schemeClr>
              </a:buClr>
              <a:buFont typeface="+mj-lt"/>
              <a:buAutoNum type="arabicPeriod"/>
              <a:defRPr/>
            </a:pPr>
            <a:endParaRPr lang="en-US" sz="2800" dirty="0" smtClean="0">
              <a:solidFill>
                <a:srgbClr val="000000"/>
              </a:solidFill>
            </a:endParaRPr>
          </a:p>
        </p:txBody>
      </p:sp>
      <p:sp>
        <p:nvSpPr>
          <p:cNvPr id="30724" name="Date Placeholder 3"/>
          <p:cNvSpPr>
            <a:spLocks noGrp="1"/>
          </p:cNvSpPr>
          <p:nvPr>
            <p:ph type="dt" sz="quarter" idx="14"/>
          </p:nvPr>
        </p:nvSpPr>
        <p:spPr bwMode="auto">
          <a:ln>
            <a:miter lim="800000"/>
            <a:headEnd/>
            <a:tailEnd/>
          </a:ln>
        </p:spPr>
        <p:txBody>
          <a:bodyPr wrap="square" numCol="1" anchorCtr="0" compatLnSpc="1">
            <a:prstTxWarp prst="textNoShape">
              <a:avLst/>
            </a:prstTxWarp>
          </a:bodyPr>
          <a:lstStyle/>
          <a:p>
            <a:pPr>
              <a:defRPr/>
            </a:pPr>
            <a:fld id="{CE63FDD9-3964-4D9F-9F62-9BA649644BEB}" type="datetime1">
              <a:rPr lang="en-US"/>
              <a:pPr>
                <a:defRPr/>
              </a:pPr>
              <a:t>7/3/2018</a:t>
            </a:fld>
            <a:endParaRPr lang="en-US"/>
          </a:p>
        </p:txBody>
      </p:sp>
      <p:sp>
        <p:nvSpPr>
          <p:cNvPr id="71685" name="Slide Number Placeholder 5"/>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640B53A-A6AC-4C1C-AEFF-CE971BED1C31}" type="slidenum">
              <a:rPr lang="en-US" altLang="en-US" smtClean="0">
                <a:solidFill>
                  <a:srgbClr val="898989"/>
                </a:solidFill>
              </a:rPr>
              <a:pPr/>
              <a:t>27</a:t>
            </a:fld>
            <a:endParaRPr lang="en-US" altLang="en-US" smtClean="0">
              <a:solidFill>
                <a:srgbClr val="898989"/>
              </a:solidFill>
            </a:endParaRPr>
          </a:p>
        </p:txBody>
      </p:sp>
    </p:spTree>
    <p:extLst>
      <p:ext uri="{BB962C8B-B14F-4D97-AF65-F5344CB8AC3E}">
        <p14:creationId xmlns:p14="http://schemas.microsoft.com/office/powerpoint/2010/main" val="377112870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676400"/>
            <a:ext cx="8305800" cy="4171950"/>
          </a:xfrm>
        </p:spPr>
        <p:txBody>
          <a:bodyPr>
            <a:normAutofit fontScale="92500" lnSpcReduction="10000"/>
          </a:bodyPr>
          <a:lstStyle/>
          <a:p>
            <a:pPr marL="640080" indent="-514350" eaLnBrk="1" fontAlgn="auto" hangingPunct="1">
              <a:lnSpc>
                <a:spcPct val="90000"/>
              </a:lnSpc>
              <a:spcAft>
                <a:spcPts val="0"/>
              </a:spcAft>
              <a:buClr>
                <a:schemeClr val="accent1">
                  <a:lumMod val="75000"/>
                </a:schemeClr>
              </a:buClr>
              <a:buFont typeface="+mj-lt"/>
              <a:buAutoNum type="arabicPeriod" startAt="4"/>
              <a:defRPr/>
            </a:pPr>
            <a:r>
              <a:rPr lang="en-US" b="1" dirty="0">
                <a:solidFill>
                  <a:srgbClr val="000000"/>
                </a:solidFill>
              </a:rPr>
              <a:t>Slide show view</a:t>
            </a:r>
            <a:r>
              <a:rPr lang="en-US" dirty="0">
                <a:solidFill>
                  <a:srgbClr val="000000"/>
                </a:solidFill>
              </a:rPr>
              <a:t> – Use to play the slide show and press “</a:t>
            </a:r>
            <a:r>
              <a:rPr lang="en-US" dirty="0" err="1">
                <a:solidFill>
                  <a:srgbClr val="000000"/>
                </a:solidFill>
              </a:rPr>
              <a:t>Ese</a:t>
            </a:r>
            <a:r>
              <a:rPr lang="en-US" dirty="0">
                <a:solidFill>
                  <a:srgbClr val="000000"/>
                </a:solidFill>
              </a:rPr>
              <a:t>” to stop the play</a:t>
            </a:r>
          </a:p>
          <a:p>
            <a:pPr marL="582930" indent="-457200" eaLnBrk="1" fontAlgn="auto" hangingPunct="1">
              <a:lnSpc>
                <a:spcPct val="90000"/>
              </a:lnSpc>
              <a:spcAft>
                <a:spcPts val="0"/>
              </a:spcAft>
              <a:buClr>
                <a:schemeClr val="accent1">
                  <a:lumMod val="75000"/>
                </a:schemeClr>
              </a:buClr>
              <a:buFont typeface="+mj-lt"/>
              <a:buAutoNum type="arabicPeriod" startAt="4"/>
              <a:defRPr/>
            </a:pPr>
            <a:r>
              <a:rPr lang="en-US" b="1" dirty="0">
                <a:solidFill>
                  <a:srgbClr val="000000"/>
                </a:solidFill>
              </a:rPr>
              <a:t>Notes Page</a:t>
            </a:r>
            <a:r>
              <a:rPr lang="en-US" dirty="0">
                <a:solidFill>
                  <a:srgbClr val="000000"/>
                </a:solidFill>
              </a:rPr>
              <a:t> - </a:t>
            </a:r>
            <a:r>
              <a:rPr lang="en-US" dirty="0"/>
              <a:t>See how your presentation will look when printed out with notes. Each page will contain one slide and its speaker notes, which you can edit in this view. </a:t>
            </a:r>
          </a:p>
          <a:p>
            <a:pPr marL="582930" indent="-457200" eaLnBrk="1" fontAlgn="auto" hangingPunct="1">
              <a:lnSpc>
                <a:spcPct val="90000"/>
              </a:lnSpc>
              <a:spcAft>
                <a:spcPts val="0"/>
              </a:spcAft>
              <a:buClr>
                <a:schemeClr val="accent1">
                  <a:lumMod val="75000"/>
                </a:schemeClr>
              </a:buClr>
              <a:buFont typeface="+mj-lt"/>
              <a:buAutoNum type="arabicPeriod" startAt="4"/>
              <a:defRPr/>
            </a:pPr>
            <a:r>
              <a:rPr lang="en-US" b="1" dirty="0"/>
              <a:t>Reading view</a:t>
            </a:r>
            <a:r>
              <a:rPr lang="en-US" dirty="0"/>
              <a:t> -  Play your slide show in the PowerPoint window to see animations and transitions without switching to a full-screen slide show.</a:t>
            </a:r>
          </a:p>
          <a:p>
            <a:pPr>
              <a:defRPr/>
            </a:pPr>
            <a:endParaRPr lang="en-US" dirty="0"/>
          </a:p>
        </p:txBody>
      </p:sp>
      <p:sp>
        <p:nvSpPr>
          <p:cNvPr id="5" name="Date Placeholder 4"/>
          <p:cNvSpPr>
            <a:spLocks noGrp="1"/>
          </p:cNvSpPr>
          <p:nvPr>
            <p:ph type="dt" sz="quarter" idx="14"/>
          </p:nvPr>
        </p:nvSpPr>
        <p:spPr/>
        <p:txBody>
          <a:bodyPr/>
          <a:lstStyle/>
          <a:p>
            <a:pPr>
              <a:defRPr/>
            </a:pPr>
            <a:fld id="{A3CD299D-9C4E-415B-81C8-B8228F0379AC}" type="datetime1">
              <a:rPr lang="en-US" smtClean="0"/>
              <a:pPr>
                <a:defRPr/>
              </a:pPr>
              <a:t>7/3/2018</a:t>
            </a:fld>
            <a:endParaRPr lang="en-US"/>
          </a:p>
        </p:txBody>
      </p:sp>
      <p:sp>
        <p:nvSpPr>
          <p:cNvPr id="6" name="Slide Number Placeholder 5"/>
          <p:cNvSpPr>
            <a:spLocks noGrp="1"/>
          </p:cNvSpPr>
          <p:nvPr>
            <p:ph type="sldNum" sz="quarter" idx="16"/>
          </p:nvPr>
        </p:nvSpPr>
        <p:spPr/>
        <p:txBody>
          <a:bodyPr/>
          <a:lstStyle/>
          <a:p>
            <a:pPr>
              <a:defRPr/>
            </a:pPr>
            <a:fld id="{46D4A6C7-3C80-4932-8115-C4765B40B589}" type="slidenum">
              <a:rPr lang="en-US" altLang="en-US" smtClean="0"/>
              <a:pPr>
                <a:defRPr/>
              </a:pPr>
              <a:t>28</a:t>
            </a:fld>
            <a:endParaRPr lang="en-US" altLang="en-US"/>
          </a:p>
        </p:txBody>
      </p:sp>
      <p:sp>
        <p:nvSpPr>
          <p:cNvPr id="7" name="Rectangle 2"/>
          <p:cNvSpPr>
            <a:spLocks noGrp="1" noChangeArrowheads="1"/>
          </p:cNvSpPr>
          <p:nvPr>
            <p:ph type="title"/>
          </p:nvPr>
        </p:nvSpPr>
        <p:spPr>
          <a:xfrm>
            <a:off x="700088" y="263525"/>
            <a:ext cx="7772400" cy="1143000"/>
          </a:xfrm>
        </p:spPr>
        <p:txBody>
          <a:bodyPr rtlCol="0">
            <a:normAutofit/>
          </a:bodyPr>
          <a:lstStyle/>
          <a:p>
            <a:pPr eaLnBrk="1" fontAlgn="auto" hangingPunct="1">
              <a:spcAft>
                <a:spcPts val="0"/>
              </a:spcAft>
              <a:defRPr/>
            </a:pPr>
            <a:r>
              <a:rPr lang="en-US" dirty="0" smtClean="0">
                <a:solidFill>
                  <a:schemeClr val="tx2">
                    <a:satMod val="200000"/>
                  </a:schemeClr>
                </a:solidFill>
              </a:rPr>
              <a:t>Different view</a:t>
            </a:r>
          </a:p>
        </p:txBody>
      </p:sp>
    </p:spTree>
    <p:extLst>
      <p:ext uri="{BB962C8B-B14F-4D97-AF65-F5344CB8AC3E}">
        <p14:creationId xmlns:p14="http://schemas.microsoft.com/office/powerpoint/2010/main" val="30094010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4"/>
          <p:cNvSpPr>
            <a:spLocks noGrp="1" noChangeArrowheads="1"/>
          </p:cNvSpPr>
          <p:nvPr>
            <p:ph type="title"/>
          </p:nvPr>
        </p:nvSpPr>
        <p:spPr>
          <a:xfrm>
            <a:off x="1600200" y="304800"/>
            <a:ext cx="7158038" cy="1412875"/>
          </a:xfrm>
        </p:spPr>
        <p:txBody>
          <a:bodyPr rtlCol="0">
            <a:normAutofit/>
          </a:bodyPr>
          <a:lstStyle/>
          <a:p>
            <a:pPr eaLnBrk="1" fontAlgn="auto" hangingPunct="1">
              <a:spcAft>
                <a:spcPts val="0"/>
              </a:spcAft>
              <a:defRPr/>
            </a:pPr>
            <a:r>
              <a:rPr lang="en-US" sz="3600" b="1" dirty="0" smtClean="0">
                <a:solidFill>
                  <a:schemeClr val="tx2">
                    <a:satMod val="200000"/>
                  </a:schemeClr>
                </a:solidFill>
              </a:rPr>
              <a:t>About layouts</a:t>
            </a:r>
          </a:p>
        </p:txBody>
      </p:sp>
      <p:sp>
        <p:nvSpPr>
          <p:cNvPr id="53251" name="Rectangle 7"/>
          <p:cNvSpPr>
            <a:spLocks noGrp="1" noChangeArrowheads="1"/>
          </p:cNvSpPr>
          <p:nvPr>
            <p:ph type="body" sz="half" idx="1"/>
          </p:nvPr>
        </p:nvSpPr>
        <p:spPr>
          <a:xfrm>
            <a:off x="949325" y="1600200"/>
            <a:ext cx="4613275" cy="4724400"/>
          </a:xfrm>
        </p:spPr>
        <p:txBody>
          <a:bodyPr rtlCol="0">
            <a:normAutofit fontScale="92500" lnSpcReduction="20000"/>
          </a:bodyPr>
          <a:lstStyle/>
          <a:p>
            <a:pPr eaLnBrk="1" fontAlgn="auto" hangingPunct="1">
              <a:lnSpc>
                <a:spcPct val="80000"/>
              </a:lnSpc>
              <a:spcAft>
                <a:spcPts val="0"/>
              </a:spcAft>
              <a:defRPr/>
            </a:pPr>
            <a:r>
              <a:rPr lang="en-US" altLang="en-US" dirty="0" smtClean="0"/>
              <a:t>"Layout" refers to the way things are arranged on a slide.</a:t>
            </a:r>
          </a:p>
          <a:p>
            <a:pPr eaLnBrk="1" fontAlgn="auto" hangingPunct="1">
              <a:lnSpc>
                <a:spcPct val="80000"/>
              </a:lnSpc>
              <a:spcAft>
                <a:spcPts val="0"/>
              </a:spcAft>
              <a:defRPr/>
            </a:pPr>
            <a:r>
              <a:rPr lang="en-US" altLang="en-US" dirty="0" smtClean="0"/>
              <a:t> A layout contains</a:t>
            </a:r>
          </a:p>
          <a:p>
            <a:pPr lvl="1" eaLnBrk="1" fontAlgn="auto" hangingPunct="1">
              <a:lnSpc>
                <a:spcPct val="80000"/>
              </a:lnSpc>
              <a:spcAft>
                <a:spcPts val="0"/>
              </a:spcAft>
              <a:defRPr/>
            </a:pPr>
            <a:r>
              <a:rPr lang="en-US" altLang="en-US" dirty="0" smtClean="0"/>
              <a:t> Placeholders, which in turn hold text such as titles and bulleted lists and slide content such as tables, charts, pictures, shapes, and Clip arts.</a:t>
            </a:r>
          </a:p>
          <a:p>
            <a:pPr eaLnBrk="1" fontAlgn="auto" hangingPunct="1">
              <a:lnSpc>
                <a:spcPct val="80000"/>
              </a:lnSpc>
              <a:spcAft>
                <a:spcPts val="0"/>
              </a:spcAft>
              <a:defRPr/>
            </a:pPr>
            <a:r>
              <a:rPr lang="en-US" altLang="en-US" dirty="0" smtClean="0"/>
              <a:t>  A layout with three placeholders: for title, a bulleted list, and content such as a table, diagram, chart, or clip art.</a:t>
            </a:r>
          </a:p>
        </p:txBody>
      </p:sp>
      <p:pic>
        <p:nvPicPr>
          <p:cNvPr id="73732" name="Picture 9"/>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6781800" y="469820"/>
            <a:ext cx="2589213" cy="5321379"/>
          </a:xfrm>
          <a:noFill/>
        </p:spPr>
      </p:pic>
      <p:sp>
        <p:nvSpPr>
          <p:cNvPr id="31749" name="Date Placeholder 4"/>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a:defRPr/>
            </a:pPr>
            <a:fld id="{BC2F7DE6-2EF6-4A9F-94B8-A7945762A751}" type="datetime1">
              <a:rPr lang="en-US"/>
              <a:pPr>
                <a:defRPr/>
              </a:pPr>
              <a:t>7/3/2018</a:t>
            </a:fld>
            <a:endParaRPr lang="en-US"/>
          </a:p>
        </p:txBody>
      </p:sp>
      <p:sp>
        <p:nvSpPr>
          <p:cNvPr id="73734"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C481656-EBF9-4C1A-8D76-B9724D3AD89F}" type="slidenum">
              <a:rPr lang="en-US" altLang="en-US" smtClean="0">
                <a:solidFill>
                  <a:srgbClr val="898989"/>
                </a:solidFill>
              </a:rPr>
              <a:pPr/>
              <a:t>29</a:t>
            </a:fld>
            <a:endParaRPr lang="en-US" altLang="en-US" smtClean="0">
              <a:solidFill>
                <a:srgbClr val="898989"/>
              </a:solidFill>
            </a:endParaRPr>
          </a:p>
        </p:txBody>
      </p:sp>
      <p:sp>
        <p:nvSpPr>
          <p:cNvPr id="73735" name="AutoShape 6" descr="Microsoft Graph chart in a presentation"/>
          <p:cNvSpPr>
            <a:spLocks noChangeAspect="1" noChangeArrowheads="1"/>
          </p:cNvSpPr>
          <p:nvPr/>
        </p:nvSpPr>
        <p:spPr bwMode="auto">
          <a:xfrm>
            <a:off x="8915400" y="5530850"/>
            <a:ext cx="29686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GB" altLang="en-US"/>
          </a:p>
        </p:txBody>
      </p:sp>
    </p:spTree>
    <p:extLst>
      <p:ext uri="{BB962C8B-B14F-4D97-AF65-F5344CB8AC3E}">
        <p14:creationId xmlns:p14="http://schemas.microsoft.com/office/powerpoint/2010/main" val="246337717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2"/>
          <p:cNvSpPr>
            <a:spLocks noGrp="1" noChangeArrowheads="1"/>
          </p:cNvSpPr>
          <p:nvPr>
            <p:ph type="title"/>
          </p:nvPr>
        </p:nvSpPr>
        <p:spPr>
          <a:xfrm>
            <a:off x="685800" y="0"/>
            <a:ext cx="7772400" cy="1143000"/>
          </a:xfrm>
        </p:spPr>
        <p:txBody>
          <a:bodyPr rtlCol="0">
            <a:normAutofit/>
          </a:bodyPr>
          <a:lstStyle/>
          <a:p>
            <a:pPr eaLnBrk="1" fontAlgn="auto" hangingPunct="1">
              <a:spcAft>
                <a:spcPts val="0"/>
              </a:spcAft>
              <a:defRPr/>
            </a:pPr>
            <a:r>
              <a:rPr lang="en-US" smtClean="0">
                <a:solidFill>
                  <a:schemeClr val="tx2">
                    <a:satMod val="200000"/>
                  </a:schemeClr>
                </a:solidFill>
              </a:rPr>
              <a:t>  Insert a Chart</a:t>
            </a:r>
          </a:p>
        </p:txBody>
      </p:sp>
      <p:sp>
        <p:nvSpPr>
          <p:cNvPr id="74755" name="Rectangle 3"/>
          <p:cNvSpPr>
            <a:spLocks noGrp="1" noChangeArrowheads="1"/>
          </p:cNvSpPr>
          <p:nvPr>
            <p:ph type="body" sz="half" idx="1"/>
          </p:nvPr>
        </p:nvSpPr>
        <p:spPr>
          <a:xfrm>
            <a:off x="533400" y="1600200"/>
            <a:ext cx="5715000" cy="1981200"/>
          </a:xfrm>
        </p:spPr>
        <p:txBody>
          <a:bodyPr/>
          <a:lstStyle/>
          <a:p>
            <a:pPr eaLnBrk="1" hangingPunct="1"/>
            <a:r>
              <a:rPr lang="en-US" altLang="en-US" sz="2800" smtClean="0"/>
              <a:t>It is also possible to add a chart to a slide.</a:t>
            </a:r>
          </a:p>
          <a:p>
            <a:pPr eaLnBrk="1" hangingPunct="1"/>
            <a:r>
              <a:rPr lang="en-US" altLang="en-US" sz="2800" smtClean="0"/>
              <a:t>Path: Insert/Chart or click on the chart button</a:t>
            </a:r>
          </a:p>
        </p:txBody>
      </p:sp>
      <p:graphicFrame>
        <p:nvGraphicFramePr>
          <p:cNvPr id="74756" name="Object 1024"/>
          <p:cNvGraphicFramePr>
            <a:graphicFrameLocks noGrp="1" noChangeAspect="1"/>
          </p:cNvGraphicFramePr>
          <p:nvPr>
            <p:ph sz="quarter" idx="2"/>
          </p:nvPr>
        </p:nvGraphicFramePr>
        <p:xfrm>
          <a:off x="6075363" y="1066800"/>
          <a:ext cx="2784475" cy="2295525"/>
        </p:xfrm>
        <a:graphic>
          <a:graphicData uri="http://schemas.openxmlformats.org/presentationml/2006/ole">
            <mc:AlternateContent xmlns:mc="http://schemas.openxmlformats.org/markup-compatibility/2006">
              <mc:Choice xmlns:v="urn:schemas-microsoft-com:vml" Requires="v">
                <p:oleObj spid="_x0000_s25603" name="Chart" r:id="rId3" imgW="6181770" imgH="5095692" progId="Excel.Chart.8">
                  <p:embed followColorScheme="full"/>
                </p:oleObj>
              </mc:Choice>
              <mc:Fallback>
                <p:oleObj name="Chart" r:id="rId3" imgW="6181770" imgH="5095692" progId="Excel.Chart.8">
                  <p:embed followColorScheme="full"/>
                  <p:pic>
                    <p:nvPicPr>
                      <p:cNvPr id="0" name=""/>
                      <p:cNvPicPr>
                        <a:picLocks noGrp="1" noChangeAspect="1" noChangeArrowheads="1"/>
                      </p:cNvPicPr>
                      <p:nvPr/>
                    </p:nvPicPr>
                    <p:blipFill>
                      <a:blip r:embed="rId4"/>
                      <a:srcRect/>
                      <a:stretch>
                        <a:fillRect/>
                      </a:stretch>
                    </p:blipFill>
                    <p:spPr bwMode="auto">
                      <a:xfrm>
                        <a:off x="6075363" y="1066800"/>
                        <a:ext cx="2784475" cy="2295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Date Placeholder 5"/>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a:defRPr/>
            </a:pPr>
            <a:fld id="{EC3B5C2F-C42F-4BAD-91FD-B499D28F168D}" type="datetime1">
              <a:rPr lang="en-US"/>
              <a:pPr>
                <a:defRPr/>
              </a:pPr>
              <a:t>7/3/2018</a:t>
            </a:fld>
            <a:endParaRPr lang="en-US"/>
          </a:p>
        </p:txBody>
      </p:sp>
      <p:sp>
        <p:nvSpPr>
          <p:cNvPr id="74758" name="Slide Number Placeholder 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D0397A7-B533-490F-826F-E6491C6B5CD3}" type="slidenum">
              <a:rPr lang="en-US" altLang="en-US" smtClean="0">
                <a:solidFill>
                  <a:srgbClr val="898989"/>
                </a:solidFill>
              </a:rPr>
              <a:pPr/>
              <a:t>30</a:t>
            </a:fld>
            <a:endParaRPr lang="en-US" altLang="en-US" smtClean="0">
              <a:solidFill>
                <a:srgbClr val="898989"/>
              </a:solidFill>
            </a:endParaRPr>
          </a:p>
        </p:txBody>
      </p:sp>
      <p:sp>
        <p:nvSpPr>
          <p:cNvPr id="74759" name="Text Box 12"/>
          <p:cNvSpPr txBox="1">
            <a:spLocks noChangeArrowheads="1"/>
          </p:cNvSpPr>
          <p:nvPr/>
        </p:nvSpPr>
        <p:spPr bwMode="auto">
          <a:xfrm>
            <a:off x="381000" y="3505200"/>
            <a:ext cx="8458200" cy="301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SzPct val="90000"/>
            </a:pPr>
            <a:r>
              <a:rPr lang="en-US" altLang="en-US" sz="3200">
                <a:latin typeface="Times New Roman" panose="02020603050405020304" pitchFamily="18" charset="0"/>
              </a:rPr>
              <a:t>The vertical bar chart is one of the most commonly used data chart types and it is the default chart type.   There is a datasheet, attached to the chart and it shows you sample data to aid you in entering your own data.</a:t>
            </a:r>
          </a:p>
          <a:p>
            <a:pPr eaLnBrk="1" hangingPunct="1"/>
            <a:endParaRPr lang="en-US" altLang="en-US" sz="3200">
              <a:latin typeface="Times New Roman" panose="02020603050405020304" pitchFamily="18" charset="0"/>
            </a:endParaRPr>
          </a:p>
        </p:txBody>
      </p:sp>
    </p:spTree>
    <p:extLst>
      <p:ext uri="{BB962C8B-B14F-4D97-AF65-F5344CB8AC3E}">
        <p14:creationId xmlns:p14="http://schemas.microsoft.com/office/powerpoint/2010/main" val="116518380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a:xfrm>
            <a:off x="1600200" y="304800"/>
            <a:ext cx="7158038" cy="1412875"/>
          </a:xfrm>
        </p:spPr>
        <p:txBody>
          <a:bodyPr rtlCol="0">
            <a:normAutofit/>
          </a:bodyPr>
          <a:lstStyle/>
          <a:p>
            <a:pPr eaLnBrk="1" fontAlgn="auto" hangingPunct="1">
              <a:spcAft>
                <a:spcPts val="0"/>
              </a:spcAft>
              <a:defRPr/>
            </a:pPr>
            <a:r>
              <a:rPr lang="en-US" smtClean="0">
                <a:solidFill>
                  <a:schemeClr val="tx2">
                    <a:satMod val="200000"/>
                  </a:schemeClr>
                </a:solidFill>
              </a:rPr>
              <a:t>Import Chart Data from Excel</a:t>
            </a:r>
          </a:p>
        </p:txBody>
      </p:sp>
      <p:sp>
        <p:nvSpPr>
          <p:cNvPr id="23555" name="Rectangle 3"/>
          <p:cNvSpPr>
            <a:spLocks noGrp="1" noChangeArrowheads="1"/>
          </p:cNvSpPr>
          <p:nvPr>
            <p:ph type="body" sz="half" idx="1"/>
          </p:nvPr>
        </p:nvSpPr>
        <p:spPr>
          <a:xfrm>
            <a:off x="685800" y="1981200"/>
            <a:ext cx="6400800" cy="4114800"/>
          </a:xfrm>
        </p:spPr>
        <p:txBody>
          <a:bodyPr rtlCol="0">
            <a:normAutofit fontScale="85000" lnSpcReduction="20000"/>
          </a:bodyPr>
          <a:lstStyle/>
          <a:p>
            <a:pPr eaLnBrk="1" fontAlgn="auto" hangingPunct="1">
              <a:lnSpc>
                <a:spcPct val="90000"/>
              </a:lnSpc>
              <a:spcAft>
                <a:spcPts val="0"/>
              </a:spcAft>
              <a:buClr>
                <a:schemeClr val="accent1">
                  <a:lumMod val="75000"/>
                </a:schemeClr>
              </a:buClr>
              <a:buFont typeface="Arial"/>
              <a:buChar char="•"/>
              <a:defRPr/>
            </a:pPr>
            <a:r>
              <a:rPr lang="en-US" altLang="en-US" smtClean="0"/>
              <a:t>You can import data from MS Excel spreadsheets, or from other common file types, like text (.txt) files. If you are importing Excel file, you can only import one sheet for any individual graph.</a:t>
            </a:r>
          </a:p>
          <a:p>
            <a:pPr eaLnBrk="1" fontAlgn="auto" hangingPunct="1">
              <a:lnSpc>
                <a:spcPct val="90000"/>
              </a:lnSpc>
              <a:spcAft>
                <a:spcPts val="0"/>
              </a:spcAft>
              <a:buClr>
                <a:schemeClr val="accent1">
                  <a:lumMod val="75000"/>
                </a:schemeClr>
              </a:buClr>
              <a:buFont typeface="Arial"/>
              <a:buChar char="•"/>
              <a:defRPr/>
            </a:pPr>
            <a:r>
              <a:rPr lang="en-US" altLang="en-US" smtClean="0"/>
              <a:t> The steps for importing data from Excel include.</a:t>
            </a:r>
          </a:p>
          <a:p>
            <a:pPr lvl="1" eaLnBrk="1" fontAlgn="auto" hangingPunct="1">
              <a:lnSpc>
                <a:spcPct val="90000"/>
              </a:lnSpc>
              <a:spcAft>
                <a:spcPts val="0"/>
              </a:spcAft>
              <a:buClr>
                <a:schemeClr val="accent1">
                  <a:lumMod val="75000"/>
                </a:schemeClr>
              </a:buClr>
              <a:buFont typeface="Arial"/>
              <a:buChar char="•"/>
              <a:defRPr/>
            </a:pPr>
            <a:r>
              <a:rPr lang="en-US" altLang="en-US" smtClean="0"/>
              <a:t>Open the chart datasheet</a:t>
            </a:r>
          </a:p>
          <a:p>
            <a:pPr lvl="1" eaLnBrk="1" fontAlgn="auto" hangingPunct="1">
              <a:lnSpc>
                <a:spcPct val="90000"/>
              </a:lnSpc>
              <a:spcAft>
                <a:spcPts val="0"/>
              </a:spcAft>
              <a:buClr>
                <a:schemeClr val="accent1">
                  <a:lumMod val="75000"/>
                </a:schemeClr>
              </a:buClr>
              <a:buFont typeface="Arial"/>
              <a:buChar char="•"/>
              <a:defRPr/>
            </a:pPr>
            <a:r>
              <a:rPr lang="en-US" altLang="en-US" smtClean="0"/>
              <a:t>Select the upper left  cell where you want the data block to appear</a:t>
            </a:r>
          </a:p>
          <a:p>
            <a:pPr lvl="1" eaLnBrk="1" fontAlgn="auto" hangingPunct="1">
              <a:lnSpc>
                <a:spcPct val="90000"/>
              </a:lnSpc>
              <a:spcAft>
                <a:spcPts val="0"/>
              </a:spcAft>
              <a:buClr>
                <a:schemeClr val="accent1">
                  <a:lumMod val="75000"/>
                </a:schemeClr>
              </a:buClr>
              <a:buFont typeface="Arial"/>
              <a:buChar char="•"/>
              <a:defRPr/>
            </a:pPr>
            <a:r>
              <a:rPr lang="en-US" altLang="en-US" smtClean="0"/>
              <a:t>Select EDIT, Import File</a:t>
            </a:r>
          </a:p>
          <a:p>
            <a:pPr lvl="1" eaLnBrk="1" fontAlgn="auto" hangingPunct="1">
              <a:lnSpc>
                <a:spcPct val="90000"/>
              </a:lnSpc>
              <a:spcAft>
                <a:spcPts val="0"/>
              </a:spcAft>
              <a:buClr>
                <a:schemeClr val="accent1">
                  <a:lumMod val="75000"/>
                </a:schemeClr>
              </a:buClr>
              <a:buFont typeface="Arial"/>
              <a:buChar char="•"/>
              <a:defRPr/>
            </a:pPr>
            <a:r>
              <a:rPr lang="en-US" altLang="en-US" smtClean="0"/>
              <a:t>Select the file to import and click (open).</a:t>
            </a:r>
          </a:p>
        </p:txBody>
      </p:sp>
      <p:pic>
        <p:nvPicPr>
          <p:cNvPr id="75780" name="Picture 5"/>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6858000" y="1600200"/>
            <a:ext cx="2000250" cy="2505075"/>
          </a:xfrm>
          <a:noFill/>
        </p:spPr>
      </p:pic>
      <p:sp>
        <p:nvSpPr>
          <p:cNvPr id="32773" name="Date Placeholder 4"/>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a:defRPr/>
            </a:pPr>
            <a:fld id="{AB161D09-966D-4527-8E6A-92056550059D}" type="datetime1">
              <a:rPr lang="en-US"/>
              <a:pPr>
                <a:defRPr/>
              </a:pPr>
              <a:t>7/3/2018</a:t>
            </a:fld>
            <a:endParaRPr lang="en-US"/>
          </a:p>
        </p:txBody>
      </p:sp>
      <p:sp>
        <p:nvSpPr>
          <p:cNvPr id="75782"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3A16F73-5932-4D81-BB44-9FC305CDF9CD}" type="slidenum">
              <a:rPr lang="en-US" altLang="en-US" smtClean="0">
                <a:solidFill>
                  <a:srgbClr val="898989"/>
                </a:solidFill>
              </a:rPr>
              <a:pPr/>
              <a:t>31</a:t>
            </a:fld>
            <a:endParaRPr lang="en-US" altLang="en-US" smtClean="0">
              <a:solidFill>
                <a:srgbClr val="898989"/>
              </a:solidFill>
            </a:endParaRPr>
          </a:p>
        </p:txBody>
      </p:sp>
    </p:spTree>
    <p:extLst>
      <p:ext uri="{BB962C8B-B14F-4D97-AF65-F5344CB8AC3E}">
        <p14:creationId xmlns:p14="http://schemas.microsoft.com/office/powerpoint/2010/main" val="145128621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6802" name="Object 8"/>
          <p:cNvGraphicFramePr>
            <a:graphicFrameLocks noGrp="1" noChangeAspect="1"/>
          </p:cNvGraphicFramePr>
          <p:nvPr>
            <p:ph sz="half" idx="1"/>
          </p:nvPr>
        </p:nvGraphicFramePr>
        <p:xfrm>
          <a:off x="4419600" y="1524000"/>
          <a:ext cx="3754438" cy="2505075"/>
        </p:xfrm>
        <a:graphic>
          <a:graphicData uri="http://schemas.openxmlformats.org/presentationml/2006/ole">
            <mc:AlternateContent xmlns:mc="http://schemas.openxmlformats.org/markup-compatibility/2006">
              <mc:Choice xmlns:v="urn:schemas-microsoft-com:vml" Requires="v">
                <p:oleObj spid="_x0000_s26628" name="Chart" r:id="rId3" imgW="6095871" imgH="4067336" progId="MSGraph.Chart.8">
                  <p:embed followColorScheme="full"/>
                </p:oleObj>
              </mc:Choice>
              <mc:Fallback>
                <p:oleObj name="Chart" r:id="rId3" imgW="6095871" imgH="4067336" progId="MSGraph.Chart.8">
                  <p:embed followColorScheme="full"/>
                  <p:pic>
                    <p:nvPicPr>
                      <p:cNvPr id="0" name=""/>
                      <p:cNvPicPr>
                        <a:picLocks noGrp="1" noChangeAspect="1" noChangeArrowheads="1"/>
                      </p:cNvPicPr>
                      <p:nvPr/>
                    </p:nvPicPr>
                    <p:blipFill>
                      <a:blip r:embed="rId4"/>
                      <a:srcRect/>
                      <a:stretch>
                        <a:fillRect/>
                      </a:stretch>
                    </p:blipFill>
                    <p:spPr bwMode="auto">
                      <a:xfrm>
                        <a:off x="4419600" y="1524000"/>
                        <a:ext cx="3754438" cy="2505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03" name="Object 17"/>
          <p:cNvGraphicFramePr>
            <a:graphicFrameLocks noGrp="1" noChangeAspect="1"/>
          </p:cNvGraphicFramePr>
          <p:nvPr>
            <p:ph sz="quarter" idx="2"/>
          </p:nvPr>
        </p:nvGraphicFramePr>
        <p:xfrm>
          <a:off x="1371600" y="1524000"/>
          <a:ext cx="2820988" cy="3124200"/>
        </p:xfrm>
        <a:graphic>
          <a:graphicData uri="http://schemas.openxmlformats.org/presentationml/2006/ole">
            <mc:AlternateContent xmlns:mc="http://schemas.openxmlformats.org/markup-compatibility/2006">
              <mc:Choice xmlns:v="urn:schemas-microsoft-com:vml" Requires="v">
                <p:oleObj spid="_x0000_s26629" name="Bitmap Image" r:id="rId5" imgW="2219635" imgH="2457143" progId="Paint.Picture">
                  <p:embed/>
                </p:oleObj>
              </mc:Choice>
              <mc:Fallback>
                <p:oleObj name="Bitmap Image" r:id="rId5" imgW="2219635" imgH="2457143" progId="Paint.Picture">
                  <p:embed/>
                  <p:pic>
                    <p:nvPicPr>
                      <p:cNvPr id="0" name=""/>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1600" y="1524000"/>
                        <a:ext cx="2820988"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8" name="Date Placeholder 5"/>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a:defRPr/>
            </a:pPr>
            <a:fld id="{88EA19DE-80DE-4FCC-8EF9-53B2716CA305}" type="datetime1">
              <a:rPr lang="en-US"/>
              <a:pPr>
                <a:defRPr/>
              </a:pPr>
              <a:t>7/3/2018</a:t>
            </a:fld>
            <a:endParaRPr lang="en-US"/>
          </a:p>
        </p:txBody>
      </p:sp>
      <p:sp>
        <p:nvSpPr>
          <p:cNvPr id="76805" name="Slide Number Placeholder 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713A885-1D39-46B4-81FE-E2824E3C427F}" type="slidenum">
              <a:rPr lang="en-US" altLang="en-US" smtClean="0">
                <a:solidFill>
                  <a:srgbClr val="898989"/>
                </a:solidFill>
              </a:rPr>
              <a:pPr/>
              <a:t>32</a:t>
            </a:fld>
            <a:endParaRPr lang="en-US" altLang="en-US" smtClean="0">
              <a:solidFill>
                <a:srgbClr val="898989"/>
              </a:solidFill>
            </a:endParaRPr>
          </a:p>
        </p:txBody>
      </p:sp>
      <p:sp>
        <p:nvSpPr>
          <p:cNvPr id="76806" name="Text Box 10"/>
          <p:cNvSpPr txBox="1">
            <a:spLocks noChangeArrowheads="1"/>
          </p:cNvSpPr>
          <p:nvPr/>
        </p:nvSpPr>
        <p:spPr bwMode="auto">
          <a:xfrm>
            <a:off x="1066800" y="685800"/>
            <a:ext cx="5226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The “Import Data Options” dialog box will appear. </a:t>
            </a:r>
          </a:p>
        </p:txBody>
      </p:sp>
      <p:sp>
        <p:nvSpPr>
          <p:cNvPr id="76807" name="Rectangle 21"/>
          <p:cNvSpPr>
            <a:spLocks noChangeArrowheads="1"/>
          </p:cNvSpPr>
          <p:nvPr/>
        </p:nvSpPr>
        <p:spPr bwMode="auto">
          <a:xfrm>
            <a:off x="381000" y="4572000"/>
            <a:ext cx="7848600" cy="201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chemeClr val="tx2"/>
                </a:solidFill>
              </a:rPr>
              <a:t>When you create a new chart in PowerPoint, Microsoft Graph opens and a chart is displayed with its associated data in a table called a </a:t>
            </a:r>
            <a:r>
              <a:rPr lang="en-US" altLang="en-US">
                <a:solidFill>
                  <a:schemeClr val="tx2"/>
                </a:solidFill>
                <a:hlinkClick r:id=""/>
              </a:rPr>
              <a:t>datasheet</a:t>
            </a:r>
            <a:r>
              <a:rPr lang="en-US" altLang="en-US">
                <a:solidFill>
                  <a:schemeClr val="tx2"/>
                </a:solidFill>
              </a:rPr>
              <a:t>. You can enter your own data on the datasheet, import data from a text file or Lotus 1-2-3 file, import or insert a Microsoft Excel worksheet or chart, or paste data from another program.</a:t>
            </a:r>
            <a:r>
              <a:rPr lang="en-US" altLang="en-US">
                <a:latin typeface="Times New Roman" panose="02020603050405020304" pitchFamily="18" charset="0"/>
              </a:rPr>
              <a:t/>
            </a:r>
            <a:br>
              <a:rPr lang="en-US" altLang="en-US">
                <a:latin typeface="Times New Roman" panose="02020603050405020304" pitchFamily="18" charset="0"/>
              </a:rPr>
            </a:br>
            <a:r>
              <a:rPr lang="en-US" altLang="en-US">
                <a:solidFill>
                  <a:schemeClr val="tx2"/>
                </a:solidFill>
              </a:rPr>
              <a:t/>
            </a:r>
            <a:br>
              <a:rPr lang="en-US" altLang="en-US">
                <a:solidFill>
                  <a:schemeClr val="tx2"/>
                </a:solidFill>
              </a:rPr>
            </a:br>
            <a:r>
              <a:rPr lang="en-US" altLang="en-US">
                <a:solidFill>
                  <a:schemeClr val="tx2"/>
                </a:solidFill>
              </a:rPr>
              <a:t>     </a:t>
            </a:r>
          </a:p>
        </p:txBody>
      </p:sp>
    </p:spTree>
    <p:extLst>
      <p:ext uri="{BB962C8B-B14F-4D97-AF65-F5344CB8AC3E}">
        <p14:creationId xmlns:p14="http://schemas.microsoft.com/office/powerpoint/2010/main" val="50650955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Date Placeholder 1"/>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a:defRPr/>
            </a:pPr>
            <a:fld id="{AC494216-A070-41E8-A56F-1CEDC42378DD}" type="datetime1">
              <a:rPr lang="en-US"/>
              <a:pPr>
                <a:defRPr/>
              </a:pPr>
              <a:t>7/3/2018</a:t>
            </a:fld>
            <a:endParaRPr lang="en-US"/>
          </a:p>
        </p:txBody>
      </p:sp>
      <p:sp>
        <p:nvSpPr>
          <p:cNvPr id="77827"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DFA7AC7-7DE3-4C31-912B-4D4100CE359F}" type="slidenum">
              <a:rPr lang="en-US" altLang="en-US" smtClean="0">
                <a:solidFill>
                  <a:srgbClr val="898989"/>
                </a:solidFill>
              </a:rPr>
              <a:pPr/>
              <a:t>33</a:t>
            </a:fld>
            <a:endParaRPr lang="en-US" altLang="en-US" smtClean="0">
              <a:solidFill>
                <a:srgbClr val="898989"/>
              </a:solidFill>
            </a:endParaRPr>
          </a:p>
        </p:txBody>
      </p:sp>
      <p:sp>
        <p:nvSpPr>
          <p:cNvPr id="7173" name="Rectangle 2"/>
          <p:cNvSpPr>
            <a:spLocks noGrp="1" noChangeArrowheads="1"/>
          </p:cNvSpPr>
          <p:nvPr>
            <p:ph type="title" idx="4294967295"/>
          </p:nvPr>
        </p:nvSpPr>
        <p:spPr>
          <a:xfrm>
            <a:off x="0" y="0"/>
            <a:ext cx="7158038" cy="1412875"/>
          </a:xfrm>
        </p:spPr>
        <p:txBody>
          <a:bodyPr rtlCol="0">
            <a:normAutofit/>
          </a:bodyPr>
          <a:lstStyle/>
          <a:p>
            <a:pPr eaLnBrk="1" fontAlgn="auto" hangingPunct="1">
              <a:spcAft>
                <a:spcPts val="0"/>
              </a:spcAft>
              <a:defRPr/>
            </a:pPr>
            <a:r>
              <a:rPr lang="en-US" smtClean="0">
                <a:solidFill>
                  <a:schemeClr val="tx2">
                    <a:satMod val="200000"/>
                  </a:schemeClr>
                </a:solidFill>
              </a:rPr>
              <a:t>Adding a table</a:t>
            </a:r>
          </a:p>
        </p:txBody>
      </p:sp>
      <p:sp>
        <p:nvSpPr>
          <p:cNvPr id="77829" name="Rectangle 52"/>
          <p:cNvSpPr>
            <a:spLocks noChangeArrowheads="1"/>
          </p:cNvSpPr>
          <p:nvPr/>
        </p:nvSpPr>
        <p:spPr bwMode="auto">
          <a:xfrm>
            <a:off x="228600" y="1447800"/>
            <a:ext cx="8305800" cy="520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AutoNum type="arabicPeriod"/>
            </a:pPr>
            <a:r>
              <a:rPr lang="en-US" altLang="en-US" sz="2400">
                <a:latin typeface="Times New Roman" panose="02020603050405020304" pitchFamily="18" charset="0"/>
              </a:rPr>
              <a:t>Do one of the following: </a:t>
            </a:r>
          </a:p>
          <a:p>
            <a:r>
              <a:rPr lang="en-US" altLang="en-US" sz="2400">
                <a:latin typeface="Times New Roman" panose="02020603050405020304" pitchFamily="18" charset="0"/>
                <a:hlinkClick r:id=""/>
              </a:rPr>
              <a:t>  </a:t>
            </a:r>
            <a:r>
              <a:rPr lang="en-US" altLang="en-US">
                <a:latin typeface="Times New Roman" panose="02020603050405020304" pitchFamily="18" charset="0"/>
              </a:rPr>
              <a:t> </a:t>
            </a:r>
            <a:r>
              <a:rPr lang="en-US" altLang="en-US" sz="2400">
                <a:latin typeface="Times New Roman" panose="02020603050405020304" pitchFamily="18" charset="0"/>
              </a:rPr>
              <a:t>  Insert a basic table</a:t>
            </a:r>
          </a:p>
          <a:p>
            <a:pPr lvl="1">
              <a:buFontTx/>
              <a:buAutoNum type="arabicPeriod"/>
            </a:pPr>
            <a:r>
              <a:rPr lang="en-US" altLang="en-US" sz="2400">
                <a:latin typeface="Times New Roman" panose="02020603050405020304" pitchFamily="18" charset="0"/>
              </a:rPr>
              <a:t>On the </a:t>
            </a:r>
            <a:r>
              <a:rPr lang="en-US" altLang="en-US" sz="2400" b="1">
                <a:latin typeface="Times New Roman" panose="02020603050405020304" pitchFamily="18" charset="0"/>
              </a:rPr>
              <a:t>Standard toolbar,</a:t>
            </a:r>
            <a:r>
              <a:rPr lang="en-US" altLang="en-US" sz="2400">
                <a:latin typeface="Times New Roman" panose="02020603050405020304" pitchFamily="18" charset="0"/>
              </a:rPr>
              <a:t> click </a:t>
            </a:r>
            <a:r>
              <a:rPr lang="en-US" altLang="en-US" sz="2400" b="1">
                <a:latin typeface="Times New Roman" panose="02020603050405020304" pitchFamily="18" charset="0"/>
              </a:rPr>
              <a:t>Insert Table</a:t>
            </a:r>
            <a:r>
              <a:rPr lang="en-US" altLang="en-US" sz="2400">
                <a:latin typeface="Times New Roman" panose="02020603050405020304" pitchFamily="18" charset="0"/>
              </a:rPr>
              <a:t>   </a:t>
            </a:r>
            <a:r>
              <a:rPr lang="en-US" altLang="en-US">
                <a:latin typeface="Times New Roman" panose="02020603050405020304" pitchFamily="18" charset="0"/>
              </a:rPr>
              <a:t> </a:t>
            </a:r>
            <a:r>
              <a:rPr lang="en-US" altLang="en-US" sz="2400">
                <a:latin typeface="Times New Roman" panose="02020603050405020304" pitchFamily="18" charset="0"/>
              </a:rPr>
              <a:t>  . </a:t>
            </a:r>
          </a:p>
          <a:p>
            <a:pPr lvl="1">
              <a:buFontTx/>
              <a:buAutoNum type="arabicPeriod" startAt="2"/>
            </a:pPr>
            <a:r>
              <a:rPr lang="en-US" altLang="en-US" sz="2400">
                <a:latin typeface="Times New Roman" panose="02020603050405020304" pitchFamily="18" charset="0"/>
              </a:rPr>
              <a:t>Point to select the number of rows and columns you want and then click. </a:t>
            </a:r>
          </a:p>
          <a:p>
            <a:r>
              <a:rPr lang="en-US" altLang="en-US" sz="2400">
                <a:latin typeface="Times New Roman" panose="02020603050405020304" pitchFamily="18" charset="0"/>
                <a:hlinkClick r:id=""/>
              </a:rPr>
              <a:t>  </a:t>
            </a:r>
            <a:r>
              <a:rPr lang="en-US" altLang="en-US">
                <a:latin typeface="Times New Roman" panose="02020603050405020304" pitchFamily="18" charset="0"/>
              </a:rPr>
              <a:t> </a:t>
            </a:r>
            <a:r>
              <a:rPr lang="en-US" altLang="en-US" sz="2400">
                <a:latin typeface="Times New Roman" panose="02020603050405020304" pitchFamily="18" charset="0"/>
              </a:rPr>
              <a:t>  Draw a more complex table</a:t>
            </a:r>
          </a:p>
          <a:p>
            <a:pPr lvl="1">
              <a:buFontTx/>
              <a:buAutoNum type="arabicPeriod"/>
            </a:pPr>
            <a:r>
              <a:rPr lang="en-US" altLang="en-US" sz="2400">
                <a:latin typeface="Times New Roman" panose="02020603050405020304" pitchFamily="18" charset="0"/>
              </a:rPr>
              <a:t>If the </a:t>
            </a:r>
            <a:r>
              <a:rPr lang="en-US" altLang="en-US" sz="2400" b="1">
                <a:latin typeface="Times New Roman" panose="02020603050405020304" pitchFamily="18" charset="0"/>
              </a:rPr>
              <a:t>Tables and Borders toolbar</a:t>
            </a:r>
            <a:r>
              <a:rPr lang="en-US" altLang="en-US" sz="2400">
                <a:latin typeface="Times New Roman" panose="02020603050405020304" pitchFamily="18" charset="0"/>
              </a:rPr>
              <a:t> is not displayed, click </a:t>
            </a:r>
            <a:r>
              <a:rPr lang="en-US" altLang="en-US" sz="2400" b="1">
                <a:latin typeface="Times New Roman" panose="02020603050405020304" pitchFamily="18" charset="0"/>
              </a:rPr>
              <a:t>Tables and Borders</a:t>
            </a:r>
            <a:r>
              <a:rPr lang="en-US" altLang="en-US" sz="2400">
                <a:latin typeface="Times New Roman" panose="02020603050405020304" pitchFamily="18" charset="0"/>
              </a:rPr>
              <a:t> on the </a:t>
            </a:r>
            <a:r>
              <a:rPr lang="en-US" altLang="en-US" sz="2400" b="1">
                <a:latin typeface="Times New Roman" panose="02020603050405020304" pitchFamily="18" charset="0"/>
              </a:rPr>
              <a:t>Standard</a:t>
            </a:r>
            <a:r>
              <a:rPr lang="en-US" altLang="en-US" sz="2400">
                <a:latin typeface="Times New Roman" panose="02020603050405020304" pitchFamily="18" charset="0"/>
              </a:rPr>
              <a:t> toolbar. </a:t>
            </a:r>
          </a:p>
          <a:p>
            <a:pPr lvl="1">
              <a:buFontTx/>
              <a:buAutoNum type="arabicPeriod" startAt="2"/>
            </a:pPr>
            <a:r>
              <a:rPr lang="en-US" altLang="en-US" sz="2400">
                <a:latin typeface="Times New Roman" panose="02020603050405020304" pitchFamily="18" charset="0"/>
              </a:rPr>
              <a:t>Click </a:t>
            </a:r>
            <a:r>
              <a:rPr lang="en-US" altLang="en-US" sz="2400" b="1">
                <a:latin typeface="Times New Roman" panose="02020603050405020304" pitchFamily="18" charset="0"/>
              </a:rPr>
              <a:t>Draw Table</a:t>
            </a:r>
            <a:r>
              <a:rPr lang="en-US" altLang="en-US" sz="2400">
                <a:latin typeface="Times New Roman" panose="02020603050405020304" pitchFamily="18" charset="0"/>
              </a:rPr>
              <a:t>   </a:t>
            </a:r>
            <a:r>
              <a:rPr lang="en-US" altLang="en-US">
                <a:latin typeface="Times New Roman" panose="02020603050405020304" pitchFamily="18" charset="0"/>
              </a:rPr>
              <a:t> </a:t>
            </a:r>
            <a:r>
              <a:rPr lang="en-US" altLang="en-US" sz="2400">
                <a:latin typeface="Times New Roman" panose="02020603050405020304" pitchFamily="18" charset="0"/>
              </a:rPr>
              <a:t>  . </a:t>
            </a:r>
          </a:p>
          <a:p>
            <a:pPr lvl="1">
              <a:buFontTx/>
              <a:buAutoNum type="arabicPeriod" startAt="3"/>
            </a:pPr>
            <a:r>
              <a:rPr lang="en-US" altLang="en-US" sz="2400">
                <a:latin typeface="Times New Roman" panose="02020603050405020304" pitchFamily="18" charset="0"/>
              </a:rPr>
              <a:t>The pointer changes to a pencil. </a:t>
            </a:r>
          </a:p>
          <a:p>
            <a:pPr lvl="1">
              <a:buFontTx/>
              <a:buAutoNum type="arabicPeriod" startAt="4"/>
            </a:pPr>
            <a:r>
              <a:rPr lang="en-US" altLang="en-US" sz="2400">
                <a:latin typeface="Times New Roman" panose="02020603050405020304" pitchFamily="18" charset="0"/>
              </a:rPr>
              <a:t>To define the outer table boundaries, drag diagonally to the size you want. Then drag to create the column and row boundaries. </a:t>
            </a:r>
          </a:p>
          <a:p>
            <a:pPr lvl="1">
              <a:buFontTx/>
              <a:buAutoNum type="arabicPeriod" startAt="5"/>
            </a:pPr>
            <a:r>
              <a:rPr lang="en-US" altLang="en-US" sz="2400">
                <a:latin typeface="Times New Roman" panose="02020603050405020304" pitchFamily="18" charset="0"/>
              </a:rPr>
              <a:t>  To erase a line, click </a:t>
            </a:r>
            <a:r>
              <a:rPr lang="en-US" altLang="en-US" sz="2400" b="1">
                <a:latin typeface="Times New Roman" panose="02020603050405020304" pitchFamily="18" charset="0"/>
              </a:rPr>
              <a:t>Eraser</a:t>
            </a:r>
            <a:r>
              <a:rPr lang="en-US" altLang="en-US" sz="2400">
                <a:latin typeface="Times New Roman" panose="02020603050405020304" pitchFamily="18" charset="0"/>
              </a:rPr>
              <a:t> and then click the line. </a:t>
            </a:r>
          </a:p>
        </p:txBody>
      </p:sp>
      <p:sp>
        <p:nvSpPr>
          <p:cNvPr id="77830" name="AutoShape 53" descr="bluedrop">
            <a:hlinkClick r:id=""/>
          </p:cNvPr>
          <p:cNvSpPr>
            <a:spLocks noChangeAspect="1" noChangeArrowheads="1"/>
          </p:cNvSpPr>
          <p:nvPr/>
        </p:nvSpPr>
        <p:spPr bwMode="auto">
          <a:xfrm>
            <a:off x="-3468688" y="1673225"/>
            <a:ext cx="29686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GB" altLang="en-US"/>
          </a:p>
        </p:txBody>
      </p:sp>
      <p:sp>
        <p:nvSpPr>
          <p:cNvPr id="77831" name="AutoShape 54" descr="0008"/>
          <p:cNvSpPr>
            <a:spLocks noChangeAspect="1" noChangeArrowheads="1"/>
          </p:cNvSpPr>
          <p:nvPr/>
        </p:nvSpPr>
        <p:spPr bwMode="auto">
          <a:xfrm>
            <a:off x="2768600" y="2038350"/>
            <a:ext cx="29686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GB" altLang="en-US"/>
          </a:p>
        </p:txBody>
      </p:sp>
      <p:sp>
        <p:nvSpPr>
          <p:cNvPr id="77832" name="AutoShape 55" descr="bluedrop">
            <a:hlinkClick r:id=""/>
          </p:cNvPr>
          <p:cNvSpPr>
            <a:spLocks noChangeAspect="1" noChangeArrowheads="1"/>
          </p:cNvSpPr>
          <p:nvPr/>
        </p:nvSpPr>
        <p:spPr bwMode="auto">
          <a:xfrm>
            <a:off x="-3468688" y="2768600"/>
            <a:ext cx="29686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GB" altLang="en-US"/>
          </a:p>
        </p:txBody>
      </p:sp>
      <p:sp>
        <p:nvSpPr>
          <p:cNvPr id="77833" name="AutoShape 56" descr="0916"/>
          <p:cNvSpPr>
            <a:spLocks noChangeAspect="1" noChangeArrowheads="1"/>
          </p:cNvSpPr>
          <p:nvPr/>
        </p:nvSpPr>
        <p:spPr bwMode="auto">
          <a:xfrm>
            <a:off x="6880225" y="3133725"/>
            <a:ext cx="29686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GB" altLang="en-US"/>
          </a:p>
        </p:txBody>
      </p:sp>
      <p:sp>
        <p:nvSpPr>
          <p:cNvPr id="77834" name="AutoShape 57" descr="2059"/>
          <p:cNvSpPr>
            <a:spLocks noChangeAspect="1" noChangeArrowheads="1"/>
          </p:cNvSpPr>
          <p:nvPr/>
        </p:nvSpPr>
        <p:spPr bwMode="auto">
          <a:xfrm>
            <a:off x="-422275" y="3498850"/>
            <a:ext cx="296862"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GB" altLang="en-US"/>
          </a:p>
        </p:txBody>
      </p:sp>
      <p:sp>
        <p:nvSpPr>
          <p:cNvPr id="77835" name="AutoShape 58" descr="how to draw a table with the pencil tool"/>
          <p:cNvSpPr>
            <a:spLocks noChangeAspect="1" noChangeArrowheads="1"/>
          </p:cNvSpPr>
          <p:nvPr/>
        </p:nvSpPr>
        <p:spPr bwMode="auto">
          <a:xfrm>
            <a:off x="-2782888" y="4594225"/>
            <a:ext cx="29686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GB" altLang="en-US"/>
          </a:p>
        </p:txBody>
      </p:sp>
      <p:sp>
        <p:nvSpPr>
          <p:cNvPr id="77836" name="AutoShape 59" descr="2060"/>
          <p:cNvSpPr>
            <a:spLocks noChangeAspect="1" noChangeArrowheads="1"/>
          </p:cNvSpPr>
          <p:nvPr/>
        </p:nvSpPr>
        <p:spPr bwMode="auto">
          <a:xfrm>
            <a:off x="774700" y="4959350"/>
            <a:ext cx="29686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GB" altLang="en-US"/>
          </a:p>
        </p:txBody>
      </p:sp>
      <p:sp>
        <p:nvSpPr>
          <p:cNvPr id="77837" name="AutoShape 60" descr="diagram on how to use mouse to erase"/>
          <p:cNvSpPr>
            <a:spLocks noChangeAspect="1" noChangeArrowheads="1"/>
          </p:cNvSpPr>
          <p:nvPr/>
        </p:nvSpPr>
        <p:spPr bwMode="auto">
          <a:xfrm>
            <a:off x="-2782888" y="5324475"/>
            <a:ext cx="29686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GB" altLang="en-US"/>
          </a:p>
        </p:txBody>
      </p:sp>
      <p:graphicFrame>
        <p:nvGraphicFramePr>
          <p:cNvPr id="77838" name="Object 61"/>
          <p:cNvGraphicFramePr>
            <a:graphicFrameLocks noChangeAspect="1"/>
          </p:cNvGraphicFramePr>
          <p:nvPr/>
        </p:nvGraphicFramePr>
        <p:xfrm>
          <a:off x="4343400" y="914400"/>
          <a:ext cx="4267200" cy="1017588"/>
        </p:xfrm>
        <a:graphic>
          <a:graphicData uri="http://schemas.openxmlformats.org/presentationml/2006/ole">
            <mc:AlternateContent xmlns:mc="http://schemas.openxmlformats.org/markup-compatibility/2006">
              <mc:Choice xmlns:v="urn:schemas-microsoft-com:vml" Requires="v">
                <p:oleObj spid="_x0000_s27651" name="Bitmap Image" r:id="rId3" imgW="2914286" imgH="695238" progId="Paint.Picture">
                  <p:embed/>
                </p:oleObj>
              </mc:Choice>
              <mc:Fallback>
                <p:oleObj name="Bitmap Image" r:id="rId3" imgW="2914286" imgH="695238"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914400"/>
                        <a:ext cx="4267200" cy="1017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05957553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p:cNvSpPr>
            <a:spLocks noGrp="1" noChangeArrowheads="1"/>
          </p:cNvSpPr>
          <p:nvPr>
            <p:ph type="title"/>
          </p:nvPr>
        </p:nvSpPr>
        <p:spPr>
          <a:xfrm>
            <a:off x="982663" y="457200"/>
            <a:ext cx="7704137" cy="1981200"/>
          </a:xfrm>
        </p:spPr>
        <p:txBody>
          <a:bodyPr rtlCol="0">
            <a:normAutofit/>
          </a:bodyPr>
          <a:lstStyle/>
          <a:p>
            <a:pPr eaLnBrk="1" fontAlgn="auto" hangingPunct="1">
              <a:spcAft>
                <a:spcPts val="0"/>
              </a:spcAft>
              <a:defRPr/>
            </a:pPr>
            <a:r>
              <a:rPr lang="en-US" smtClean="0">
                <a:solidFill>
                  <a:schemeClr val="tx2">
                    <a:satMod val="200000"/>
                  </a:schemeClr>
                </a:solidFill>
              </a:rPr>
              <a:t>Movies and Sounds </a:t>
            </a:r>
          </a:p>
        </p:txBody>
      </p:sp>
      <p:sp>
        <p:nvSpPr>
          <p:cNvPr id="60419" name="Rectangle 3"/>
          <p:cNvSpPr>
            <a:spLocks noGrp="1" noChangeArrowheads="1"/>
          </p:cNvSpPr>
          <p:nvPr>
            <p:ph idx="1"/>
          </p:nvPr>
        </p:nvSpPr>
        <p:spPr>
          <a:xfrm>
            <a:off x="982663" y="2667000"/>
            <a:ext cx="7704137" cy="3332163"/>
          </a:xfrm>
        </p:spPr>
        <p:txBody>
          <a:bodyPr rtlCol="0">
            <a:normAutofit/>
          </a:bodyPr>
          <a:lstStyle/>
          <a:p>
            <a:pPr eaLnBrk="1" fontAlgn="auto" hangingPunct="1">
              <a:spcAft>
                <a:spcPts val="0"/>
              </a:spcAft>
              <a:defRPr/>
            </a:pPr>
            <a:r>
              <a:rPr lang="en-US" altLang="en-US" smtClean="0"/>
              <a:t>It is possible to insert sound/music or movies file to a slide.</a:t>
            </a:r>
          </a:p>
          <a:p>
            <a:pPr eaLnBrk="1" fontAlgn="auto" hangingPunct="1">
              <a:spcAft>
                <a:spcPts val="0"/>
              </a:spcAft>
              <a:defRPr/>
            </a:pPr>
            <a:r>
              <a:rPr lang="en-US" altLang="en-US" smtClean="0"/>
              <a:t>Sound:-path</a:t>
            </a:r>
          </a:p>
          <a:p>
            <a:pPr lvl="1" eaLnBrk="1" fontAlgn="auto" hangingPunct="1">
              <a:spcAft>
                <a:spcPts val="0"/>
              </a:spcAft>
              <a:defRPr/>
            </a:pPr>
            <a:r>
              <a:rPr lang="en-US" altLang="en-US" smtClean="0"/>
              <a:t>Insert </a:t>
            </a:r>
            <a:r>
              <a:rPr lang="en-US" altLang="en-US" smtClean="0">
                <a:sym typeface="Wingdings" panose="05000000000000000000" pitchFamily="2" charset="2"/>
              </a:rPr>
              <a:t> Movies and Sounds from file</a:t>
            </a:r>
          </a:p>
          <a:p>
            <a:pPr eaLnBrk="1" fontAlgn="auto" hangingPunct="1">
              <a:spcAft>
                <a:spcPts val="0"/>
              </a:spcAft>
              <a:defRPr/>
            </a:pPr>
            <a:r>
              <a:rPr lang="en-US" altLang="en-US" smtClean="0"/>
              <a:t>Movies </a:t>
            </a:r>
            <a:r>
              <a:rPr lang="en-US" altLang="en-US" smtClean="0">
                <a:sym typeface="Wingdings" panose="05000000000000000000" pitchFamily="2" charset="2"/>
              </a:rPr>
              <a:t>:-path</a:t>
            </a:r>
          </a:p>
          <a:p>
            <a:pPr lvl="1" eaLnBrk="1" fontAlgn="auto" hangingPunct="1">
              <a:spcAft>
                <a:spcPts val="0"/>
              </a:spcAft>
              <a:defRPr/>
            </a:pPr>
            <a:r>
              <a:rPr lang="en-US" altLang="en-US" smtClean="0">
                <a:sym typeface="Wingdings" panose="05000000000000000000" pitchFamily="2" charset="2"/>
              </a:rPr>
              <a:t>Insert Movies and Sounds from file</a:t>
            </a:r>
          </a:p>
          <a:p>
            <a:pPr lvl="1" eaLnBrk="1" fontAlgn="auto" hangingPunct="1">
              <a:spcAft>
                <a:spcPts val="0"/>
              </a:spcAft>
              <a:defRPr/>
            </a:pPr>
            <a:endParaRPr lang="en-US" altLang="en-US" smtClean="0"/>
          </a:p>
        </p:txBody>
      </p:sp>
      <p:sp>
        <p:nvSpPr>
          <p:cNvPr id="33796" name="Date Placeholder 3"/>
          <p:cNvSpPr>
            <a:spLocks noGrp="1"/>
          </p:cNvSpPr>
          <p:nvPr>
            <p:ph type="dt" sz="quarter" idx="14"/>
          </p:nvPr>
        </p:nvSpPr>
        <p:spPr bwMode="auto">
          <a:ln>
            <a:miter lim="800000"/>
            <a:headEnd/>
            <a:tailEnd/>
          </a:ln>
        </p:spPr>
        <p:txBody>
          <a:bodyPr wrap="square" numCol="1" anchorCtr="0" compatLnSpc="1">
            <a:prstTxWarp prst="textNoShape">
              <a:avLst/>
            </a:prstTxWarp>
          </a:bodyPr>
          <a:lstStyle/>
          <a:p>
            <a:pPr>
              <a:defRPr/>
            </a:pPr>
            <a:fld id="{C92120F6-4483-4011-AC4A-BDA2E04481D4}" type="datetime1">
              <a:rPr lang="en-US"/>
              <a:pPr>
                <a:defRPr/>
              </a:pPr>
              <a:t>7/3/2018</a:t>
            </a:fld>
            <a:endParaRPr lang="en-US"/>
          </a:p>
        </p:txBody>
      </p:sp>
      <p:sp>
        <p:nvSpPr>
          <p:cNvPr id="78853" name="Slide Number Placeholder 5"/>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DC11128-FE24-495D-8FC2-A65F70FEF279}" type="slidenum">
              <a:rPr lang="en-US" altLang="en-US" smtClean="0">
                <a:solidFill>
                  <a:srgbClr val="898989"/>
                </a:solidFill>
              </a:rPr>
              <a:pPr/>
              <a:t>34</a:t>
            </a:fld>
            <a:endParaRPr lang="en-US" altLang="en-US" smtClean="0">
              <a:solidFill>
                <a:srgbClr val="898989"/>
              </a:solidFill>
            </a:endParaRPr>
          </a:p>
        </p:txBody>
      </p:sp>
    </p:spTree>
    <p:extLst>
      <p:ext uri="{BB962C8B-B14F-4D97-AF65-F5344CB8AC3E}">
        <p14:creationId xmlns:p14="http://schemas.microsoft.com/office/powerpoint/2010/main" val="388796857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2"/>
          <p:cNvSpPr>
            <a:spLocks noGrp="1" noChangeArrowheads="1"/>
          </p:cNvSpPr>
          <p:nvPr>
            <p:ph type="title"/>
          </p:nvPr>
        </p:nvSpPr>
        <p:spPr>
          <a:xfrm>
            <a:off x="982663" y="457200"/>
            <a:ext cx="7704137" cy="1981200"/>
          </a:xfrm>
        </p:spPr>
        <p:txBody>
          <a:bodyPr rtlCol="0">
            <a:normAutofit/>
          </a:bodyPr>
          <a:lstStyle/>
          <a:p>
            <a:pPr eaLnBrk="1" fontAlgn="auto" hangingPunct="1">
              <a:spcAft>
                <a:spcPts val="0"/>
              </a:spcAft>
              <a:defRPr/>
            </a:pPr>
            <a:r>
              <a:rPr lang="en-US" smtClean="0">
                <a:solidFill>
                  <a:schemeClr val="tx2">
                    <a:satMod val="200000"/>
                  </a:schemeClr>
                </a:solidFill>
              </a:rPr>
              <a:t>Movies and Sounds</a:t>
            </a:r>
          </a:p>
        </p:txBody>
      </p:sp>
      <p:sp>
        <p:nvSpPr>
          <p:cNvPr id="8196" name="Rectangle 3"/>
          <p:cNvSpPr>
            <a:spLocks noGrp="1" noChangeArrowheads="1"/>
          </p:cNvSpPr>
          <p:nvPr>
            <p:ph idx="1"/>
          </p:nvPr>
        </p:nvSpPr>
        <p:spPr>
          <a:xfrm>
            <a:off x="982663" y="2667000"/>
            <a:ext cx="7704137" cy="3332163"/>
          </a:xfrm>
        </p:spPr>
        <p:txBody>
          <a:bodyPr rtlCol="0">
            <a:normAutofit/>
          </a:bodyPr>
          <a:lstStyle/>
          <a:p>
            <a:pPr marL="457200" indent="-457200" eaLnBrk="1" fontAlgn="auto" hangingPunct="1">
              <a:lnSpc>
                <a:spcPct val="80000"/>
              </a:lnSpc>
              <a:spcAft>
                <a:spcPts val="0"/>
              </a:spcAft>
              <a:buClr>
                <a:schemeClr val="accent1">
                  <a:lumMod val="75000"/>
                </a:schemeClr>
              </a:buClr>
              <a:buFont typeface="Wingdings" panose="05000000000000000000" pitchFamily="2" charset="2"/>
              <a:buAutoNum type="arabicPeriod"/>
              <a:defRPr/>
            </a:pPr>
            <a:r>
              <a:rPr lang="en-US" altLang="en-US" sz="2000" b="1" smtClean="0"/>
              <a:t>Record a sound or voice comment on a single slide</a:t>
            </a:r>
          </a:p>
          <a:p>
            <a:pPr marL="457200" indent="-457200" eaLnBrk="1" fontAlgn="auto" hangingPunct="1">
              <a:lnSpc>
                <a:spcPct val="80000"/>
              </a:lnSpc>
              <a:spcAft>
                <a:spcPts val="0"/>
              </a:spcAft>
              <a:buClr>
                <a:schemeClr val="accent1">
                  <a:lumMod val="75000"/>
                </a:schemeClr>
              </a:buClr>
              <a:buFont typeface="Wingdings" panose="05000000000000000000" pitchFamily="2" charset="2"/>
              <a:buAutoNum type="arabicPeriod"/>
              <a:defRPr/>
            </a:pPr>
            <a:r>
              <a:rPr lang="en-US" altLang="en-US" sz="2000" smtClean="0"/>
              <a:t>To record and hear a sound or comment, you need a sound card, microphone, and speakers.  </a:t>
            </a:r>
          </a:p>
          <a:p>
            <a:pPr marL="457200" indent="-457200" eaLnBrk="1" fontAlgn="auto" hangingPunct="1">
              <a:lnSpc>
                <a:spcPct val="80000"/>
              </a:lnSpc>
              <a:spcAft>
                <a:spcPts val="0"/>
              </a:spcAft>
              <a:buClr>
                <a:schemeClr val="accent1">
                  <a:lumMod val="75000"/>
                </a:schemeClr>
              </a:buClr>
              <a:buFont typeface="Wingdings" panose="05000000000000000000" pitchFamily="2" charset="2"/>
              <a:buAutoNum type="arabicPeriod"/>
              <a:defRPr/>
            </a:pPr>
            <a:r>
              <a:rPr lang="en-US" altLang="en-US" sz="2000" smtClean="0"/>
              <a:t>Display the slide you want to add a sound or comment to. </a:t>
            </a:r>
          </a:p>
          <a:p>
            <a:pPr marL="457200" indent="-457200" eaLnBrk="1" fontAlgn="auto" hangingPunct="1">
              <a:lnSpc>
                <a:spcPct val="80000"/>
              </a:lnSpc>
              <a:spcAft>
                <a:spcPts val="0"/>
              </a:spcAft>
              <a:buClr>
                <a:schemeClr val="accent1">
                  <a:lumMod val="75000"/>
                </a:schemeClr>
              </a:buClr>
              <a:buFont typeface="Wingdings" panose="05000000000000000000" pitchFamily="2" charset="2"/>
              <a:buAutoNum type="arabicPeriod"/>
              <a:defRPr/>
            </a:pPr>
            <a:r>
              <a:rPr lang="en-US" altLang="en-US" sz="2000" smtClean="0"/>
              <a:t>On the </a:t>
            </a:r>
            <a:r>
              <a:rPr lang="en-US" altLang="en-US" sz="2000" b="1" smtClean="0"/>
              <a:t>Insert</a:t>
            </a:r>
            <a:r>
              <a:rPr lang="en-US" altLang="en-US" sz="2000" smtClean="0"/>
              <a:t> menu, point to </a:t>
            </a:r>
            <a:r>
              <a:rPr lang="en-US" altLang="en-US" sz="2000" b="1" smtClean="0"/>
              <a:t>Movies and Sounds</a:t>
            </a:r>
            <a:r>
              <a:rPr lang="en-US" altLang="en-US" sz="2000" smtClean="0"/>
              <a:t>, and then click </a:t>
            </a:r>
            <a:r>
              <a:rPr lang="en-US" altLang="en-US" sz="2000" b="1" smtClean="0"/>
              <a:t>Record Sound</a:t>
            </a:r>
            <a:r>
              <a:rPr lang="en-US" altLang="en-US" sz="2000" smtClean="0"/>
              <a:t>. </a:t>
            </a:r>
          </a:p>
          <a:p>
            <a:pPr marL="457200" indent="-457200" eaLnBrk="1" fontAlgn="auto" hangingPunct="1">
              <a:lnSpc>
                <a:spcPct val="80000"/>
              </a:lnSpc>
              <a:spcAft>
                <a:spcPts val="0"/>
              </a:spcAft>
              <a:buClr>
                <a:schemeClr val="accent1">
                  <a:lumMod val="75000"/>
                </a:schemeClr>
              </a:buClr>
              <a:buFont typeface="Wingdings" panose="05000000000000000000" pitchFamily="2" charset="2"/>
              <a:buAutoNum type="arabicPeriod"/>
              <a:defRPr/>
            </a:pPr>
            <a:r>
              <a:rPr lang="en-US" altLang="en-US" sz="2000" smtClean="0"/>
              <a:t>To record the sound or voice comment, click </a:t>
            </a:r>
            <a:r>
              <a:rPr lang="en-US" altLang="en-US" sz="2000" b="1" smtClean="0"/>
              <a:t>Record</a:t>
            </a:r>
            <a:r>
              <a:rPr lang="en-US" altLang="en-US" sz="2000" smtClean="0"/>
              <a:t>  . </a:t>
            </a:r>
          </a:p>
          <a:p>
            <a:pPr marL="457200" indent="-457200" eaLnBrk="1" fontAlgn="auto" hangingPunct="1">
              <a:lnSpc>
                <a:spcPct val="80000"/>
              </a:lnSpc>
              <a:spcAft>
                <a:spcPts val="0"/>
              </a:spcAft>
              <a:buClr>
                <a:schemeClr val="accent1">
                  <a:lumMod val="75000"/>
                </a:schemeClr>
              </a:buClr>
              <a:buFont typeface="Wingdings" panose="05000000000000000000" pitchFamily="2" charset="2"/>
              <a:buAutoNum type="arabicPeriod"/>
              <a:defRPr/>
            </a:pPr>
            <a:r>
              <a:rPr lang="en-US" altLang="en-US" sz="2000" smtClean="0"/>
              <a:t>When you are finished recording, click </a:t>
            </a:r>
            <a:r>
              <a:rPr lang="en-US" altLang="en-US" sz="2000" b="1" smtClean="0"/>
              <a:t>Stop</a:t>
            </a:r>
            <a:r>
              <a:rPr lang="en-US" altLang="en-US" sz="2000" smtClean="0"/>
              <a:t>  . </a:t>
            </a:r>
          </a:p>
          <a:p>
            <a:pPr marL="457200" indent="-457200" eaLnBrk="1" fontAlgn="auto" hangingPunct="1">
              <a:lnSpc>
                <a:spcPct val="80000"/>
              </a:lnSpc>
              <a:spcAft>
                <a:spcPts val="0"/>
              </a:spcAft>
              <a:buClr>
                <a:schemeClr val="accent1">
                  <a:lumMod val="75000"/>
                </a:schemeClr>
              </a:buClr>
              <a:buFont typeface="Wingdings" panose="05000000000000000000" pitchFamily="2" charset="2"/>
              <a:buAutoNum type="arabicPeriod"/>
              <a:defRPr/>
            </a:pPr>
            <a:r>
              <a:rPr lang="en-US" altLang="en-US" sz="2000" smtClean="0"/>
              <a:t>In the </a:t>
            </a:r>
            <a:r>
              <a:rPr lang="en-US" altLang="en-US" sz="2000" b="1" smtClean="0"/>
              <a:t>Name</a:t>
            </a:r>
            <a:r>
              <a:rPr lang="en-US" altLang="en-US" sz="2000" smtClean="0"/>
              <a:t> box, type a name for the sound, and then click </a:t>
            </a:r>
            <a:r>
              <a:rPr lang="en-US" altLang="en-US" sz="2000" b="1" smtClean="0"/>
              <a:t>OK</a:t>
            </a:r>
            <a:r>
              <a:rPr lang="en-US" altLang="en-US" sz="2000" smtClean="0"/>
              <a:t>. </a:t>
            </a:r>
          </a:p>
          <a:p>
            <a:pPr marL="457200" indent="-457200" eaLnBrk="1" fontAlgn="auto" hangingPunct="1">
              <a:lnSpc>
                <a:spcPct val="80000"/>
              </a:lnSpc>
              <a:spcAft>
                <a:spcPts val="0"/>
              </a:spcAft>
              <a:buClr>
                <a:schemeClr val="accent1">
                  <a:lumMod val="75000"/>
                </a:schemeClr>
              </a:buClr>
              <a:buFont typeface="Wingdings" panose="05000000000000000000" pitchFamily="2" charset="2"/>
              <a:buAutoNum type="arabicPeriod"/>
              <a:defRPr/>
            </a:pPr>
            <a:r>
              <a:rPr lang="en-US" altLang="en-US" sz="2000" smtClean="0"/>
              <a:t>A sound icon   appears on the slide. </a:t>
            </a:r>
          </a:p>
          <a:p>
            <a:pPr marL="457200" indent="-457200" eaLnBrk="1" fontAlgn="auto" hangingPunct="1">
              <a:lnSpc>
                <a:spcPct val="80000"/>
              </a:lnSpc>
              <a:spcAft>
                <a:spcPts val="0"/>
              </a:spcAft>
              <a:buClr>
                <a:schemeClr val="accent1">
                  <a:lumMod val="75000"/>
                </a:schemeClr>
              </a:buClr>
              <a:buFont typeface="Wingdings" panose="05000000000000000000" pitchFamily="2" charset="2"/>
              <a:buAutoNum type="arabicPeriod"/>
              <a:defRPr/>
            </a:pPr>
            <a:endParaRPr lang="en-US" altLang="en-US" sz="2000" smtClean="0"/>
          </a:p>
        </p:txBody>
      </p:sp>
      <p:sp>
        <p:nvSpPr>
          <p:cNvPr id="2" name="Date Placeholder 3"/>
          <p:cNvSpPr>
            <a:spLocks noGrp="1"/>
          </p:cNvSpPr>
          <p:nvPr>
            <p:ph type="dt" sz="quarter" idx="14"/>
          </p:nvPr>
        </p:nvSpPr>
        <p:spPr bwMode="auto">
          <a:ln>
            <a:miter lim="800000"/>
            <a:headEnd/>
            <a:tailEnd/>
          </a:ln>
        </p:spPr>
        <p:txBody>
          <a:bodyPr wrap="square" numCol="1" anchorCtr="0" compatLnSpc="1">
            <a:prstTxWarp prst="textNoShape">
              <a:avLst/>
            </a:prstTxWarp>
          </a:bodyPr>
          <a:lstStyle/>
          <a:p>
            <a:pPr>
              <a:defRPr/>
            </a:pPr>
            <a:fld id="{F5C3FB27-2032-422C-BDF4-705F62CEF1D1}" type="datetime1">
              <a:rPr lang="en-US"/>
              <a:pPr>
                <a:defRPr/>
              </a:pPr>
              <a:t>7/3/2018</a:t>
            </a:fld>
            <a:endParaRPr lang="en-US"/>
          </a:p>
        </p:txBody>
      </p:sp>
      <p:sp>
        <p:nvSpPr>
          <p:cNvPr id="79877" name="Slide Number Placeholder 5"/>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E13E07C-BBC6-4F80-B051-1BCDB56F9ACE}" type="slidenum">
              <a:rPr lang="en-US" altLang="en-US" smtClean="0">
                <a:solidFill>
                  <a:srgbClr val="898989"/>
                </a:solidFill>
              </a:rPr>
              <a:pPr/>
              <a:t>35</a:t>
            </a:fld>
            <a:endParaRPr lang="en-US" altLang="en-US" smtClean="0">
              <a:solidFill>
                <a:srgbClr val="898989"/>
              </a:solidFill>
            </a:endParaRPr>
          </a:p>
        </p:txBody>
      </p:sp>
      <p:pic>
        <p:nvPicPr>
          <p:cNvPr id="79878" name="Picture 4" descr="j0283209"/>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4724400"/>
            <a:ext cx="1589088"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9879" name="Object 5">
            <a:hlinkClick r:id="" action="ppaction://ole?verb=0"/>
          </p:cNvPr>
          <p:cNvGraphicFramePr>
            <a:graphicFrameLocks noChangeAspect="1"/>
          </p:cNvGraphicFramePr>
          <p:nvPr/>
        </p:nvGraphicFramePr>
        <p:xfrm>
          <a:off x="8229600" y="2667000"/>
          <a:ext cx="609600" cy="609600"/>
        </p:xfrm>
        <a:graphic>
          <a:graphicData uri="http://schemas.openxmlformats.org/presentationml/2006/ole">
            <mc:AlternateContent xmlns:mc="http://schemas.openxmlformats.org/markup-compatibility/2006">
              <mc:Choice xmlns:v="urn:schemas-microsoft-com:vml" Requires="v">
                <p:oleObj spid="_x0000_s28675" name="Sound Recorder Document" r:id="rId4" imgW="304520" imgH="304520" progId="SoundRec">
                  <p:embed/>
                </p:oleObj>
              </mc:Choice>
              <mc:Fallback>
                <p:oleObj name="Sound Recorder Document" r:id="rId4" imgW="304520" imgH="304520" progId="SoundRec">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29600" y="2667000"/>
                        <a:ext cx="60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21288870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9"/>
          <p:cNvSpPr>
            <a:spLocks noGrp="1" noChangeArrowheads="1"/>
          </p:cNvSpPr>
          <p:nvPr>
            <p:ph type="title"/>
          </p:nvPr>
        </p:nvSpPr>
        <p:spPr>
          <a:xfrm>
            <a:off x="982663" y="457200"/>
            <a:ext cx="7704137" cy="1066800"/>
          </a:xfrm>
        </p:spPr>
        <p:txBody>
          <a:bodyPr rtlCol="0">
            <a:normAutofit/>
          </a:bodyPr>
          <a:lstStyle/>
          <a:p>
            <a:pPr eaLnBrk="1" fontAlgn="auto" hangingPunct="1">
              <a:spcAft>
                <a:spcPts val="0"/>
              </a:spcAft>
              <a:defRPr/>
            </a:pPr>
            <a:r>
              <a:rPr lang="en-US" b="1" dirty="0" smtClean="0">
                <a:solidFill>
                  <a:schemeClr val="tx2">
                    <a:satMod val="200000"/>
                  </a:schemeClr>
                </a:solidFill>
              </a:rPr>
              <a:t>Hyperlinks and action buttons</a:t>
            </a:r>
          </a:p>
        </p:txBody>
      </p:sp>
      <p:sp>
        <p:nvSpPr>
          <p:cNvPr id="80899" name="Rectangle 10"/>
          <p:cNvSpPr>
            <a:spLocks noGrp="1" noChangeArrowheads="1"/>
          </p:cNvSpPr>
          <p:nvPr>
            <p:ph idx="1"/>
          </p:nvPr>
        </p:nvSpPr>
        <p:spPr>
          <a:xfrm>
            <a:off x="533400" y="1524000"/>
            <a:ext cx="8077200" cy="5105400"/>
          </a:xfrm>
        </p:spPr>
        <p:txBody>
          <a:bodyPr/>
          <a:lstStyle/>
          <a:p>
            <a:pPr eaLnBrk="1" hangingPunct="1">
              <a:lnSpc>
                <a:spcPct val="80000"/>
              </a:lnSpc>
            </a:pPr>
            <a:r>
              <a:rPr lang="en-US" altLang="en-US" sz="2000" smtClean="0"/>
              <a:t>In Microsoft PowerPoint, a hyperlink is a connection from a slide to another slide, a custom show, a Web page, or a file. The hyperlink itself can be text or an object such as a picture, graph, shape, or WordArt. An action button is a ready-made button that you can insert into your presentation and define hyperlinks for.</a:t>
            </a:r>
          </a:p>
          <a:p>
            <a:pPr eaLnBrk="1" hangingPunct="1">
              <a:lnSpc>
                <a:spcPct val="80000"/>
              </a:lnSpc>
              <a:buFont typeface="Wingdings" panose="05000000000000000000" pitchFamily="2" charset="2"/>
              <a:buNone/>
            </a:pPr>
            <a:r>
              <a:rPr lang="en-US" altLang="en-US" sz="2000" smtClean="0"/>
              <a:t> </a:t>
            </a:r>
          </a:p>
          <a:p>
            <a:pPr eaLnBrk="1" hangingPunct="1">
              <a:lnSpc>
                <a:spcPct val="80000"/>
              </a:lnSpc>
            </a:pPr>
            <a:r>
              <a:rPr lang="en-US" altLang="en-US" sz="2000" smtClean="0"/>
              <a:t>   Hyperlink		</a:t>
            </a:r>
            <a:r>
              <a:rPr lang="en-US" altLang="en-US" sz="2000" smtClean="0">
                <a:hlinkClick r:id="" action="ppaction://hlinkshowjump?jump=previousslide"/>
              </a:rPr>
              <a:t>Previous</a:t>
            </a:r>
            <a:r>
              <a:rPr lang="en-US" altLang="en-US" sz="2000" smtClean="0"/>
              <a:t>	</a:t>
            </a:r>
          </a:p>
          <a:p>
            <a:pPr eaLnBrk="1" hangingPunct="1">
              <a:lnSpc>
                <a:spcPct val="80000"/>
              </a:lnSpc>
            </a:pPr>
            <a:r>
              <a:rPr lang="en-US" altLang="en-US" sz="2000" smtClean="0"/>
              <a:t>   Action button	</a:t>
            </a:r>
          </a:p>
          <a:p>
            <a:pPr eaLnBrk="1" hangingPunct="1">
              <a:lnSpc>
                <a:spcPct val="80000"/>
              </a:lnSpc>
              <a:buFont typeface="Wingdings" panose="05000000000000000000" pitchFamily="2" charset="2"/>
              <a:buNone/>
            </a:pPr>
            <a:endParaRPr lang="en-US" altLang="en-US" sz="2000" smtClean="0"/>
          </a:p>
          <a:p>
            <a:pPr lvl="1" eaLnBrk="1" hangingPunct="1">
              <a:lnSpc>
                <a:spcPct val="80000"/>
              </a:lnSpc>
            </a:pPr>
            <a:r>
              <a:rPr lang="en-US" altLang="en-US" sz="1800" smtClean="0"/>
              <a:t>If the link is to another slide, the destination slide is displayed in the PowerPoint presentation.</a:t>
            </a:r>
          </a:p>
          <a:p>
            <a:pPr lvl="1" eaLnBrk="1" hangingPunct="1">
              <a:lnSpc>
                <a:spcPct val="80000"/>
              </a:lnSpc>
            </a:pPr>
            <a:r>
              <a:rPr lang="en-US" altLang="en-US" sz="1800" smtClean="0"/>
              <a:t> If the link is to a Web page, network location, or different type of file, the destination page or file is displayed in the appropriate application or in a Web browser. </a:t>
            </a:r>
          </a:p>
          <a:p>
            <a:pPr lvl="1" eaLnBrk="1" hangingPunct="1">
              <a:lnSpc>
                <a:spcPct val="80000"/>
              </a:lnSpc>
            </a:pPr>
            <a:r>
              <a:rPr lang="en-US" altLang="en-US" sz="1800" smtClean="0"/>
              <a:t>In PowerPoint, hyperlinks become active when you run your presentation, not when you are creating it.</a:t>
            </a:r>
          </a:p>
        </p:txBody>
      </p:sp>
      <p:sp>
        <p:nvSpPr>
          <p:cNvPr id="34820" name="Date Placeholder 3"/>
          <p:cNvSpPr>
            <a:spLocks noGrp="1"/>
          </p:cNvSpPr>
          <p:nvPr>
            <p:ph type="dt" sz="quarter" idx="14"/>
          </p:nvPr>
        </p:nvSpPr>
        <p:spPr bwMode="auto">
          <a:ln>
            <a:miter lim="800000"/>
            <a:headEnd/>
            <a:tailEnd/>
          </a:ln>
        </p:spPr>
        <p:txBody>
          <a:bodyPr wrap="square" numCol="1" anchorCtr="0" compatLnSpc="1">
            <a:prstTxWarp prst="textNoShape">
              <a:avLst/>
            </a:prstTxWarp>
          </a:bodyPr>
          <a:lstStyle/>
          <a:p>
            <a:pPr>
              <a:defRPr/>
            </a:pPr>
            <a:fld id="{3F501BA7-3074-4644-BB0B-19D26FCDC3BE}" type="datetime1">
              <a:rPr lang="en-US"/>
              <a:pPr>
                <a:defRPr/>
              </a:pPr>
              <a:t>7/3/2018</a:t>
            </a:fld>
            <a:endParaRPr lang="en-US"/>
          </a:p>
        </p:txBody>
      </p:sp>
      <p:sp>
        <p:nvSpPr>
          <p:cNvPr id="80901" name="Slide Number Placeholder 5"/>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198FAFA-C696-4029-9473-829FFDD47959}" type="slidenum">
              <a:rPr lang="en-US" altLang="en-US" smtClean="0">
                <a:solidFill>
                  <a:srgbClr val="898989"/>
                </a:solidFill>
              </a:rPr>
              <a:pPr/>
              <a:t>36</a:t>
            </a:fld>
            <a:endParaRPr lang="en-US" altLang="en-US" smtClean="0">
              <a:solidFill>
                <a:srgbClr val="898989"/>
              </a:solidFill>
            </a:endParaRPr>
          </a:p>
        </p:txBody>
      </p:sp>
      <p:sp>
        <p:nvSpPr>
          <p:cNvPr id="80902" name="AutoShape 11">
            <a:hlinkClick r:id="" action="ppaction://hlinkshowjump?jump=previousslide" highlightClick="1"/>
          </p:cNvPr>
          <p:cNvSpPr>
            <a:spLocks noChangeArrowheads="1"/>
          </p:cNvSpPr>
          <p:nvPr/>
        </p:nvSpPr>
        <p:spPr bwMode="auto">
          <a:xfrm>
            <a:off x="3581400" y="3505200"/>
            <a:ext cx="381000" cy="304800"/>
          </a:xfrm>
          <a:prstGeom prst="actionButtonForwardNex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GB" altLang="en-US"/>
          </a:p>
        </p:txBody>
      </p:sp>
      <p:sp>
        <p:nvSpPr>
          <p:cNvPr id="80903" name="Rectangle 6">
            <a:hlinkClick r:id="" action="ppaction://noaction"/>
          </p:cNvPr>
          <p:cNvSpPr>
            <a:spLocks noChangeArrowheads="1"/>
          </p:cNvSpPr>
          <p:nvPr/>
        </p:nvSpPr>
        <p:spPr bwMode="auto">
          <a:xfrm>
            <a:off x="4833938" y="6207125"/>
            <a:ext cx="1066800" cy="533400"/>
          </a:xfrm>
          <a:prstGeom prst="rect">
            <a:avLst/>
          </a:prstGeom>
          <a:solidFill>
            <a:schemeClr val="accent1"/>
          </a:solidFill>
          <a:ln w="9525" algn="ctr">
            <a:solidFill>
              <a:schemeClr val="tx1"/>
            </a:solidFill>
            <a:miter lim="800000"/>
            <a:headEnd/>
            <a:tailEnd/>
          </a:ln>
        </p:spPr>
        <p:txBody>
          <a:bodyPr wrap="none"/>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GB" altLang="en-US"/>
          </a:p>
        </p:txBody>
      </p:sp>
    </p:spTree>
    <p:extLst>
      <p:ext uri="{BB962C8B-B14F-4D97-AF65-F5344CB8AC3E}">
        <p14:creationId xmlns:p14="http://schemas.microsoft.com/office/powerpoint/2010/main" val="59213664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p:cNvSpPr>
            <a:spLocks noGrp="1" noChangeArrowheads="1"/>
          </p:cNvSpPr>
          <p:nvPr>
            <p:ph type="title"/>
          </p:nvPr>
        </p:nvSpPr>
        <p:spPr>
          <a:xfrm>
            <a:off x="1600200" y="304800"/>
            <a:ext cx="7158038" cy="1412875"/>
          </a:xfrm>
        </p:spPr>
        <p:txBody>
          <a:bodyPr rtlCol="0">
            <a:normAutofit fontScale="90000"/>
          </a:bodyPr>
          <a:lstStyle/>
          <a:p>
            <a:pPr eaLnBrk="1" fontAlgn="auto" hangingPunct="1">
              <a:spcAft>
                <a:spcPts val="0"/>
              </a:spcAft>
              <a:defRPr/>
            </a:pPr>
            <a:r>
              <a:rPr lang="en-US" smtClean="0">
                <a:solidFill>
                  <a:schemeClr val="tx2">
                    <a:satMod val="200000"/>
                  </a:schemeClr>
                </a:solidFill>
              </a:rPr>
              <a:t>Insert Date/Time and Slide number</a:t>
            </a:r>
          </a:p>
        </p:txBody>
      </p:sp>
      <p:sp>
        <p:nvSpPr>
          <p:cNvPr id="81923" name="Rectangle 3"/>
          <p:cNvSpPr>
            <a:spLocks noGrp="1" noChangeArrowheads="1"/>
          </p:cNvSpPr>
          <p:nvPr>
            <p:ph type="body" sz="half" idx="1"/>
          </p:nvPr>
        </p:nvSpPr>
        <p:spPr/>
        <p:txBody>
          <a:bodyPr/>
          <a:lstStyle/>
          <a:p>
            <a:pPr eaLnBrk="1" hangingPunct="1"/>
            <a:r>
              <a:rPr lang="en-US" altLang="en-US" sz="2800" smtClean="0"/>
              <a:t>It is possible to add date/time or slide number to an individual slide. First positions the curser point in a text placeholder or text box where want it to go.</a:t>
            </a:r>
          </a:p>
        </p:txBody>
      </p:sp>
      <p:pic>
        <p:nvPicPr>
          <p:cNvPr id="81924" name="Picture 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876800" y="2362200"/>
            <a:ext cx="4114800" cy="3309938"/>
          </a:xfrm>
          <a:noFill/>
        </p:spPr>
      </p:pic>
      <p:sp>
        <p:nvSpPr>
          <p:cNvPr id="35845" name="Date Placeholder 4"/>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a:defRPr/>
            </a:pPr>
            <a:fld id="{52A796FE-8885-4F5D-A0E7-F824E31846A0}" type="datetime1">
              <a:rPr lang="en-US"/>
              <a:pPr>
                <a:defRPr/>
              </a:pPr>
              <a:t>7/3/2018</a:t>
            </a:fld>
            <a:endParaRPr lang="en-US"/>
          </a:p>
        </p:txBody>
      </p:sp>
      <p:sp>
        <p:nvSpPr>
          <p:cNvPr id="81926"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D70D850-BD7D-48BF-A45A-045BE12D3BA7}" type="slidenum">
              <a:rPr lang="en-US" altLang="en-US" smtClean="0">
                <a:solidFill>
                  <a:srgbClr val="898989"/>
                </a:solidFill>
              </a:rPr>
              <a:pPr/>
              <a:t>37</a:t>
            </a:fld>
            <a:endParaRPr lang="en-US" altLang="en-US" smtClean="0">
              <a:solidFill>
                <a:srgbClr val="898989"/>
              </a:solidFill>
            </a:endParaRPr>
          </a:p>
        </p:txBody>
      </p:sp>
    </p:spTree>
    <p:extLst>
      <p:ext uri="{BB962C8B-B14F-4D97-AF65-F5344CB8AC3E}">
        <p14:creationId xmlns:p14="http://schemas.microsoft.com/office/powerpoint/2010/main" val="250266130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p:nvPr>
        </p:nvSpPr>
        <p:spPr>
          <a:xfrm>
            <a:off x="982663" y="457200"/>
            <a:ext cx="7704137" cy="1981200"/>
          </a:xfrm>
        </p:spPr>
        <p:txBody>
          <a:bodyPr rtlCol="0">
            <a:normAutofit/>
          </a:bodyPr>
          <a:lstStyle/>
          <a:p>
            <a:pPr eaLnBrk="1" fontAlgn="auto" hangingPunct="1">
              <a:spcAft>
                <a:spcPts val="0"/>
              </a:spcAft>
              <a:defRPr/>
            </a:pPr>
            <a:r>
              <a:rPr lang="en-US" smtClean="0">
                <a:solidFill>
                  <a:schemeClr val="tx2">
                    <a:satMod val="200000"/>
                  </a:schemeClr>
                </a:solidFill>
              </a:rPr>
              <a:t>Insert Header and Footer</a:t>
            </a:r>
          </a:p>
        </p:txBody>
      </p:sp>
      <p:sp>
        <p:nvSpPr>
          <p:cNvPr id="64515" name="Rectangle 3"/>
          <p:cNvSpPr>
            <a:spLocks noGrp="1" noChangeArrowheads="1"/>
          </p:cNvSpPr>
          <p:nvPr>
            <p:ph idx="1"/>
          </p:nvPr>
        </p:nvSpPr>
        <p:spPr>
          <a:xfrm>
            <a:off x="982663" y="2667000"/>
            <a:ext cx="7704137" cy="3332163"/>
          </a:xfrm>
        </p:spPr>
        <p:txBody>
          <a:bodyPr rtlCol="0">
            <a:normAutofit/>
          </a:bodyPr>
          <a:lstStyle/>
          <a:p>
            <a:pPr eaLnBrk="1" fontAlgn="auto" hangingPunct="1">
              <a:spcAft>
                <a:spcPts val="0"/>
              </a:spcAft>
              <a:defRPr/>
            </a:pPr>
            <a:r>
              <a:rPr lang="en-US" altLang="en-US" smtClean="0"/>
              <a:t>Inserting header and footer, it is possible to add date/time, slide numbers or any other text to an individual slide or all the slides in the presentation.</a:t>
            </a:r>
          </a:p>
          <a:p>
            <a:pPr eaLnBrk="1" fontAlgn="auto" hangingPunct="1">
              <a:spcAft>
                <a:spcPts val="0"/>
              </a:spcAft>
              <a:defRPr/>
            </a:pPr>
            <a:r>
              <a:rPr lang="en-US" altLang="en-US" smtClean="0"/>
              <a:t>Path:- View</a:t>
            </a:r>
            <a:r>
              <a:rPr lang="en-US" altLang="en-US" smtClean="0">
                <a:sym typeface="Wingdings" panose="05000000000000000000" pitchFamily="2" charset="2"/>
              </a:rPr>
              <a:t> Header and Footer</a:t>
            </a:r>
            <a:r>
              <a:rPr lang="en-US" altLang="en-US" smtClean="0"/>
              <a:t> </a:t>
            </a:r>
          </a:p>
        </p:txBody>
      </p:sp>
      <p:sp>
        <p:nvSpPr>
          <p:cNvPr id="36868" name="Date Placeholder 3"/>
          <p:cNvSpPr>
            <a:spLocks noGrp="1"/>
          </p:cNvSpPr>
          <p:nvPr>
            <p:ph type="dt" sz="quarter" idx="14"/>
          </p:nvPr>
        </p:nvSpPr>
        <p:spPr bwMode="auto">
          <a:ln>
            <a:miter lim="800000"/>
            <a:headEnd/>
            <a:tailEnd/>
          </a:ln>
        </p:spPr>
        <p:txBody>
          <a:bodyPr wrap="square" numCol="1" anchorCtr="0" compatLnSpc="1">
            <a:prstTxWarp prst="textNoShape">
              <a:avLst/>
            </a:prstTxWarp>
          </a:bodyPr>
          <a:lstStyle/>
          <a:p>
            <a:pPr>
              <a:defRPr/>
            </a:pPr>
            <a:fld id="{4EB15BCD-BBD0-4977-B3E8-13799B36FBBE}" type="datetime1">
              <a:rPr lang="en-US"/>
              <a:pPr>
                <a:defRPr/>
              </a:pPr>
              <a:t>7/3/2018</a:t>
            </a:fld>
            <a:endParaRPr lang="en-US"/>
          </a:p>
        </p:txBody>
      </p:sp>
      <p:sp>
        <p:nvSpPr>
          <p:cNvPr id="82949" name="Slide Number Placeholder 5"/>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C89147E-419A-42F4-BF52-74A175BDAF18}" type="slidenum">
              <a:rPr lang="en-US" altLang="en-US" smtClean="0">
                <a:solidFill>
                  <a:srgbClr val="898989"/>
                </a:solidFill>
              </a:rPr>
              <a:pPr/>
              <a:t>38</a:t>
            </a:fld>
            <a:endParaRPr lang="en-US" altLang="en-US" smtClean="0">
              <a:solidFill>
                <a:srgbClr val="898989"/>
              </a:solidFill>
            </a:endParaRPr>
          </a:p>
        </p:txBody>
      </p:sp>
    </p:spTree>
    <p:extLst>
      <p:ext uri="{BB962C8B-B14F-4D97-AF65-F5344CB8AC3E}">
        <p14:creationId xmlns:p14="http://schemas.microsoft.com/office/powerpoint/2010/main" val="396339853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2"/>
          <p:cNvSpPr>
            <a:spLocks noGrp="1" noChangeArrowheads="1"/>
          </p:cNvSpPr>
          <p:nvPr>
            <p:ph type="title"/>
          </p:nvPr>
        </p:nvSpPr>
        <p:spPr>
          <a:xfrm>
            <a:off x="1600200" y="304800"/>
            <a:ext cx="7158038" cy="1412875"/>
          </a:xfrm>
        </p:spPr>
        <p:txBody>
          <a:bodyPr rtlCol="0">
            <a:normAutofit/>
          </a:bodyPr>
          <a:lstStyle/>
          <a:p>
            <a:pPr eaLnBrk="1" fontAlgn="auto" hangingPunct="1">
              <a:spcAft>
                <a:spcPts val="0"/>
              </a:spcAft>
              <a:defRPr/>
            </a:pPr>
            <a:r>
              <a:rPr lang="en-US" dirty="0" smtClean="0">
                <a:solidFill>
                  <a:schemeClr val="tx2">
                    <a:satMod val="200000"/>
                  </a:schemeClr>
                </a:solidFill>
              </a:rPr>
              <a:t>Slide Master</a:t>
            </a:r>
          </a:p>
        </p:txBody>
      </p:sp>
      <p:sp>
        <p:nvSpPr>
          <p:cNvPr id="83971" name="Rectangle 3"/>
          <p:cNvSpPr>
            <a:spLocks noGrp="1" noChangeArrowheads="1"/>
          </p:cNvSpPr>
          <p:nvPr>
            <p:ph type="body" sz="half" idx="1"/>
          </p:nvPr>
        </p:nvSpPr>
        <p:spPr>
          <a:xfrm>
            <a:off x="457200" y="1981200"/>
            <a:ext cx="4724400" cy="4114800"/>
          </a:xfrm>
        </p:spPr>
        <p:txBody>
          <a:bodyPr/>
          <a:lstStyle/>
          <a:p>
            <a:pPr eaLnBrk="1" hangingPunct="1">
              <a:lnSpc>
                <a:spcPct val="90000"/>
              </a:lnSpc>
            </a:pPr>
            <a:r>
              <a:rPr lang="en-US" altLang="en-US" sz="2000" smtClean="0"/>
              <a:t>The slide master is an element of the design template that stores information about the template, including font styles, placeholder</a:t>
            </a:r>
            <a:r>
              <a:rPr lang="en-US" altLang="en-US" sz="2000" smtClean="0">
                <a:hlinkClick r:id=""/>
              </a:rPr>
              <a:t> </a:t>
            </a:r>
            <a:r>
              <a:rPr lang="en-US" altLang="en-US" sz="2000" smtClean="0"/>
              <a:t>sizes and positions, background design, and color schemes.</a:t>
            </a:r>
          </a:p>
          <a:p>
            <a:pPr eaLnBrk="1" hangingPunct="1">
              <a:lnSpc>
                <a:spcPct val="90000"/>
              </a:lnSpc>
            </a:pPr>
            <a:r>
              <a:rPr lang="en-US" altLang="en-US" sz="2000" smtClean="0"/>
              <a:t>The slide master's purpose is to let you make a global change — such as replacing the font style — and have that change reflected on all the slides in your presentation.</a:t>
            </a:r>
          </a:p>
        </p:txBody>
      </p:sp>
      <p:graphicFrame>
        <p:nvGraphicFramePr>
          <p:cNvPr id="83972" name="Object 5"/>
          <p:cNvGraphicFramePr>
            <a:graphicFrameLocks noGrp="1" noChangeAspect="1"/>
          </p:cNvGraphicFramePr>
          <p:nvPr>
            <p:ph sz="half" idx="2"/>
          </p:nvPr>
        </p:nvGraphicFramePr>
        <p:xfrm>
          <a:off x="5029200" y="1447800"/>
          <a:ext cx="4114800" cy="3089275"/>
        </p:xfrm>
        <a:graphic>
          <a:graphicData uri="http://schemas.openxmlformats.org/presentationml/2006/ole">
            <mc:AlternateContent xmlns:mc="http://schemas.openxmlformats.org/markup-compatibility/2006">
              <mc:Choice xmlns:v="urn:schemas-microsoft-com:vml" Requires="v">
                <p:oleObj spid="_x0000_s29699" name="Bitmap Image" r:id="rId3" imgW="5733333" imgH="4304762" progId="Paint.Picture">
                  <p:embed/>
                </p:oleObj>
              </mc:Choice>
              <mc:Fallback>
                <p:oleObj name="Bitmap Image" r:id="rId3" imgW="5733333" imgH="4304762" progId="Paint.Picture">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1447800"/>
                        <a:ext cx="4114800" cy="308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Date Placeholder 4"/>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a:defRPr/>
            </a:pPr>
            <a:fld id="{F0EF6CD0-E121-4383-8FF3-E7621FD60AEF}" type="datetime1">
              <a:rPr lang="en-US"/>
              <a:pPr>
                <a:defRPr/>
              </a:pPr>
              <a:t>7/3/2018</a:t>
            </a:fld>
            <a:endParaRPr lang="en-US"/>
          </a:p>
        </p:txBody>
      </p:sp>
      <p:sp>
        <p:nvSpPr>
          <p:cNvPr id="83974"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1002E16-73C2-477D-B47F-DD171A405029}" type="slidenum">
              <a:rPr lang="en-US" altLang="en-US" smtClean="0">
                <a:solidFill>
                  <a:srgbClr val="898989"/>
                </a:solidFill>
              </a:rPr>
              <a:pPr/>
              <a:t>39</a:t>
            </a:fld>
            <a:endParaRPr lang="en-US" altLang="en-US" smtClean="0">
              <a:solidFill>
                <a:srgbClr val="898989"/>
              </a:solidFill>
            </a:endParaRPr>
          </a:p>
        </p:txBody>
      </p:sp>
    </p:spTree>
    <p:extLst>
      <p:ext uri="{BB962C8B-B14F-4D97-AF65-F5344CB8AC3E}">
        <p14:creationId xmlns:p14="http://schemas.microsoft.com/office/powerpoint/2010/main" val="117210073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2"/>
          <p:cNvSpPr>
            <a:spLocks noGrp="1" noChangeArrowheads="1"/>
          </p:cNvSpPr>
          <p:nvPr>
            <p:ph type="title"/>
          </p:nvPr>
        </p:nvSpPr>
        <p:spPr>
          <a:xfrm>
            <a:off x="1600200" y="304800"/>
            <a:ext cx="7158038" cy="1412875"/>
          </a:xfrm>
        </p:spPr>
        <p:txBody>
          <a:bodyPr rtlCol="0">
            <a:normAutofit/>
          </a:bodyPr>
          <a:lstStyle/>
          <a:p>
            <a:pPr eaLnBrk="1" fontAlgn="auto" hangingPunct="1">
              <a:spcAft>
                <a:spcPts val="0"/>
              </a:spcAft>
              <a:defRPr/>
            </a:pPr>
            <a:r>
              <a:rPr lang="en-US" smtClean="0">
                <a:solidFill>
                  <a:schemeClr val="tx2">
                    <a:satMod val="200000"/>
                  </a:schemeClr>
                </a:solidFill>
              </a:rPr>
              <a:t>Printing options</a:t>
            </a:r>
          </a:p>
        </p:txBody>
      </p:sp>
      <p:sp>
        <p:nvSpPr>
          <p:cNvPr id="84995" name="Rectangle 3"/>
          <p:cNvSpPr>
            <a:spLocks noGrp="1" noChangeArrowheads="1"/>
          </p:cNvSpPr>
          <p:nvPr>
            <p:ph type="body" sz="half" idx="1"/>
          </p:nvPr>
        </p:nvSpPr>
        <p:spPr>
          <a:xfrm>
            <a:off x="949325" y="1981200"/>
            <a:ext cx="7280275" cy="2590800"/>
          </a:xfrm>
        </p:spPr>
        <p:txBody>
          <a:bodyPr/>
          <a:lstStyle/>
          <a:p>
            <a:pPr eaLnBrk="1" hangingPunct="1">
              <a:lnSpc>
                <a:spcPct val="90000"/>
              </a:lnSpc>
            </a:pPr>
            <a:r>
              <a:rPr lang="en-US" altLang="en-US" sz="2800" smtClean="0"/>
              <a:t>A variety of items can be printed through PowerPoint. This option has same features such as print All, Current Slide or Selected Slides like MS Word. In addition to that there are four other options to get printouts.</a:t>
            </a:r>
          </a:p>
        </p:txBody>
      </p:sp>
      <p:graphicFrame>
        <p:nvGraphicFramePr>
          <p:cNvPr id="84996" name="Object 0"/>
          <p:cNvGraphicFramePr>
            <a:graphicFrameLocks noGrp="1" noChangeAspect="1"/>
          </p:cNvGraphicFramePr>
          <p:nvPr>
            <p:ph sz="half" idx="2"/>
          </p:nvPr>
        </p:nvGraphicFramePr>
        <p:xfrm>
          <a:off x="3581400" y="4267200"/>
          <a:ext cx="3754438" cy="1693863"/>
        </p:xfrm>
        <a:graphic>
          <a:graphicData uri="http://schemas.openxmlformats.org/presentationml/2006/ole">
            <mc:AlternateContent xmlns:mc="http://schemas.openxmlformats.org/markup-compatibility/2006">
              <mc:Choice xmlns:v="urn:schemas-microsoft-com:vml" Requires="v">
                <p:oleObj spid="_x0000_s30723" name="Bitmap Image" r:id="rId3" imgW="4285714" imgH="1933333" progId="Paint.Picture">
                  <p:embed/>
                </p:oleObj>
              </mc:Choice>
              <mc:Fallback>
                <p:oleObj name="Bitmap Image" r:id="rId3" imgW="4285714" imgH="1933333" progId="Paint.Picture">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4267200"/>
                        <a:ext cx="3754438" cy="169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Date Placeholder 4"/>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a:defRPr/>
            </a:pPr>
            <a:fld id="{482F2A52-B059-4770-9E86-036E8C5D7E42}" type="datetime1">
              <a:rPr lang="en-US"/>
              <a:pPr>
                <a:defRPr/>
              </a:pPr>
              <a:t>7/3/2018</a:t>
            </a:fld>
            <a:endParaRPr lang="en-US"/>
          </a:p>
        </p:txBody>
      </p:sp>
      <p:sp>
        <p:nvSpPr>
          <p:cNvPr id="84998"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93B16A0-B54E-40A9-B347-EAE5BB92059A}" type="slidenum">
              <a:rPr lang="en-US" altLang="en-US" smtClean="0">
                <a:solidFill>
                  <a:srgbClr val="898989"/>
                </a:solidFill>
              </a:rPr>
              <a:pPr/>
              <a:t>40</a:t>
            </a:fld>
            <a:endParaRPr lang="en-US" altLang="en-US" smtClean="0">
              <a:solidFill>
                <a:srgbClr val="898989"/>
              </a:solidFill>
            </a:endParaRPr>
          </a:p>
        </p:txBody>
      </p:sp>
    </p:spTree>
    <p:extLst>
      <p:ext uri="{BB962C8B-B14F-4D97-AF65-F5344CB8AC3E}">
        <p14:creationId xmlns:p14="http://schemas.microsoft.com/office/powerpoint/2010/main" val="70731344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2"/>
          <p:cNvSpPr>
            <a:spLocks noGrp="1" noChangeArrowheads="1"/>
          </p:cNvSpPr>
          <p:nvPr>
            <p:ph type="title"/>
          </p:nvPr>
        </p:nvSpPr>
        <p:spPr/>
        <p:txBody>
          <a:bodyPr rtlCol="0">
            <a:normAutofit/>
          </a:bodyPr>
          <a:lstStyle/>
          <a:p>
            <a:pPr eaLnBrk="1" fontAlgn="auto" hangingPunct="1">
              <a:spcAft>
                <a:spcPts val="0"/>
              </a:spcAft>
              <a:defRPr/>
            </a:pPr>
            <a:r>
              <a:rPr lang="en-US" smtClean="0">
                <a:solidFill>
                  <a:schemeClr val="tx2">
                    <a:satMod val="200000"/>
                  </a:schemeClr>
                </a:solidFill>
              </a:rPr>
              <a:t>Adding Lecture Notes</a:t>
            </a:r>
          </a:p>
        </p:txBody>
      </p:sp>
      <p:sp>
        <p:nvSpPr>
          <p:cNvPr id="67587" name="Rectangle 3"/>
          <p:cNvSpPr>
            <a:spLocks noGrp="1" noChangeArrowheads="1"/>
          </p:cNvSpPr>
          <p:nvPr>
            <p:ph type="body" sz="half" idx="1"/>
          </p:nvPr>
        </p:nvSpPr>
        <p:spPr/>
        <p:txBody>
          <a:bodyPr rtlCol="0">
            <a:normAutofit fontScale="92500" lnSpcReduction="20000"/>
          </a:bodyPr>
          <a:lstStyle/>
          <a:p>
            <a:pPr eaLnBrk="1" fontAlgn="auto" hangingPunct="1">
              <a:spcAft>
                <a:spcPts val="0"/>
              </a:spcAft>
              <a:defRPr/>
            </a:pPr>
            <a:r>
              <a:rPr lang="en-US" altLang="en-US" smtClean="0"/>
              <a:t>Some of you might create presentations for talks, “train-the trainer” materials, or classroom teaching. There is an optional feature for entering lecture notes for each slide called Notes.</a:t>
            </a:r>
          </a:p>
          <a:p>
            <a:pPr eaLnBrk="1" fontAlgn="auto" hangingPunct="1">
              <a:spcAft>
                <a:spcPts val="0"/>
              </a:spcAft>
              <a:buFont typeface="Wingdings" panose="05000000000000000000" pitchFamily="2" charset="2"/>
              <a:buNone/>
              <a:defRPr/>
            </a:pPr>
            <a:endParaRPr lang="en-US" altLang="en-US" smtClean="0"/>
          </a:p>
        </p:txBody>
      </p:sp>
      <p:graphicFrame>
        <p:nvGraphicFramePr>
          <p:cNvPr id="86020" name="Object 6"/>
          <p:cNvGraphicFramePr>
            <a:graphicFrameLocks noGrp="1" noChangeAspect="1"/>
          </p:cNvGraphicFramePr>
          <p:nvPr>
            <p:ph sz="quarter" idx="2"/>
          </p:nvPr>
        </p:nvGraphicFramePr>
        <p:xfrm>
          <a:off x="5791200" y="1981200"/>
          <a:ext cx="1882775" cy="1981200"/>
        </p:xfrm>
        <a:graphic>
          <a:graphicData uri="http://schemas.openxmlformats.org/presentationml/2006/ole">
            <mc:AlternateContent xmlns:mc="http://schemas.openxmlformats.org/markup-compatibility/2006">
              <mc:Choice xmlns:v="urn:schemas-microsoft-com:vml" Requires="v">
                <p:oleObj spid="_x0000_s31747" name="Bitmap Image" r:id="rId4" imgW="5144218" imgH="5409524" progId="Paint.Picture">
                  <p:embed/>
                </p:oleObj>
              </mc:Choice>
              <mc:Fallback>
                <p:oleObj name="Bitmap Image" r:id="rId4" imgW="5144218" imgH="5409524" progId="Paint.Picture">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1200" y="1981200"/>
                        <a:ext cx="1882775"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Date Placeholder 5"/>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a:defRPr/>
            </a:pPr>
            <a:fld id="{CCDA7A52-291D-4DC3-AC13-AA47A1043EA1}" type="datetime1">
              <a:rPr lang="en-US"/>
              <a:pPr>
                <a:defRPr/>
              </a:pPr>
              <a:t>7/3/2018</a:t>
            </a:fld>
            <a:endParaRPr lang="en-US"/>
          </a:p>
        </p:txBody>
      </p:sp>
      <p:sp>
        <p:nvSpPr>
          <p:cNvPr id="86022" name="Slide Number Placeholder 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3E43FDB-39A8-4210-8BBC-99DB3BA44FA8}" type="slidenum">
              <a:rPr lang="en-US" altLang="en-US" smtClean="0">
                <a:solidFill>
                  <a:srgbClr val="898989"/>
                </a:solidFill>
              </a:rPr>
              <a:pPr/>
              <a:t>41</a:t>
            </a:fld>
            <a:endParaRPr lang="en-US" altLang="en-US" smtClean="0">
              <a:solidFill>
                <a:srgbClr val="898989"/>
              </a:solidFill>
            </a:endParaRPr>
          </a:p>
        </p:txBody>
      </p:sp>
    </p:spTree>
    <p:extLst>
      <p:ext uri="{BB962C8B-B14F-4D97-AF65-F5344CB8AC3E}">
        <p14:creationId xmlns:p14="http://schemas.microsoft.com/office/powerpoint/2010/main" val="76172557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9"/>
          <p:cNvSpPr>
            <a:spLocks noGrp="1" noChangeArrowheads="1"/>
          </p:cNvSpPr>
          <p:nvPr>
            <p:ph type="ctrTitle"/>
          </p:nvPr>
        </p:nvSpPr>
        <p:spPr/>
        <p:txBody>
          <a:bodyPr rtlCol="0">
            <a:normAutofit/>
          </a:bodyPr>
          <a:lstStyle/>
          <a:p>
            <a:pPr eaLnBrk="1" fontAlgn="auto" hangingPunct="1">
              <a:spcAft>
                <a:spcPts val="0"/>
              </a:spcAft>
              <a:defRPr/>
            </a:pPr>
            <a:r>
              <a:rPr lang="en-US" smtClean="0">
                <a:solidFill>
                  <a:schemeClr val="tx2">
                    <a:satMod val="200000"/>
                  </a:schemeClr>
                </a:solidFill>
              </a:rPr>
              <a:t>END</a:t>
            </a:r>
          </a:p>
        </p:txBody>
      </p:sp>
      <p:sp>
        <p:nvSpPr>
          <p:cNvPr id="37890"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a:defRPr/>
            </a:pPr>
            <a:fld id="{B8A0E2C3-BBD3-4E0A-89D1-327A4D8BF5B1}" type="datetime1">
              <a:rPr lang="en-US"/>
              <a:pPr>
                <a:defRPr/>
              </a:pPr>
              <a:t>7/3/2018</a:t>
            </a:fld>
            <a:endParaRPr lang="en-US"/>
          </a:p>
        </p:txBody>
      </p:sp>
      <p:sp>
        <p:nvSpPr>
          <p:cNvPr id="9011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BBF846B-EBBA-42BF-8A9F-B476E1C3C317}" type="slidenum">
              <a:rPr lang="en-US" altLang="en-US" smtClean="0">
                <a:solidFill>
                  <a:srgbClr val="898989"/>
                </a:solidFill>
              </a:rPr>
              <a:pPr/>
              <a:t>42</a:t>
            </a:fld>
            <a:endParaRPr lang="en-US" altLang="en-US" smtClean="0">
              <a:solidFill>
                <a:srgbClr val="898989"/>
              </a:solidFill>
            </a:endParaRPr>
          </a:p>
        </p:txBody>
      </p:sp>
    </p:spTree>
    <p:extLst>
      <p:ext uri="{BB962C8B-B14F-4D97-AF65-F5344CB8AC3E}">
        <p14:creationId xmlns:p14="http://schemas.microsoft.com/office/powerpoint/2010/main" val="276153446"/>
      </p:ext>
    </p:extLst>
  </p:cSld>
  <p:clrMapOvr>
    <a:masterClrMapping/>
  </p:clrMapOvr>
  <p:timing>
    <p:tnLst>
      <p:par>
        <p:cTn id="1" dur="indefinite" restart="never" nodeType="tmRoot"/>
      </p:par>
    </p:tnLst>
  </p:timing>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7D6EB70-AC5D-4C93-8EC9-DDBA92A97C78}" vid="{AD4A3A70-3E62-4EFF-A645-92967231B9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SLIATE LMS Template Powerpoint</Template>
  <TotalTime>12517</TotalTime>
  <Words>1692</Words>
  <Application>Microsoft Office PowerPoint</Application>
  <PresentationFormat>On-screen Show (4:3)</PresentationFormat>
  <Paragraphs>269</Paragraphs>
  <Slides>42</Slides>
  <Notes>12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4</vt:i4>
      </vt:variant>
      <vt:variant>
        <vt:lpstr>Slide Titles</vt:lpstr>
      </vt:variant>
      <vt:variant>
        <vt:i4>42</vt:i4>
      </vt:variant>
    </vt:vector>
  </HeadingPairs>
  <TitlesOfParts>
    <vt:vector size="52" baseType="lpstr">
      <vt:lpstr>Arial</vt:lpstr>
      <vt:lpstr>Calibri</vt:lpstr>
      <vt:lpstr>Impact</vt:lpstr>
      <vt:lpstr>Times New Roman</vt:lpstr>
      <vt:lpstr>Wingdings</vt:lpstr>
      <vt:lpstr>HNDIT</vt:lpstr>
      <vt:lpstr>Worksheet</vt:lpstr>
      <vt:lpstr>Chart</vt:lpstr>
      <vt:lpstr>Bitmap Image</vt:lpstr>
      <vt:lpstr>Sound Recorder Document</vt:lpstr>
      <vt:lpstr>PowerPoint Presentation</vt:lpstr>
      <vt:lpstr>What is a presentation?</vt:lpstr>
      <vt:lpstr>What is a presentation?…</vt:lpstr>
      <vt:lpstr>Computer Based Presentation Tools</vt:lpstr>
      <vt:lpstr>Advantages of computer Based Presentation</vt:lpstr>
      <vt:lpstr>Advantages of computer Based Presentation………</vt:lpstr>
      <vt:lpstr>Advantages of computer Based Presentation………</vt:lpstr>
      <vt:lpstr>Describe guideline to design an effective presentation</vt:lpstr>
      <vt:lpstr>Outline </vt:lpstr>
      <vt:lpstr>Slide Structure – Good</vt:lpstr>
      <vt:lpstr>Slide Structure - Bad</vt:lpstr>
      <vt:lpstr>Slide Structure – Good</vt:lpstr>
      <vt:lpstr>Slide Structure - Bad</vt:lpstr>
      <vt:lpstr>Fonts - Good</vt:lpstr>
      <vt:lpstr>Fonts - Bad</vt:lpstr>
      <vt:lpstr>Colour - Good</vt:lpstr>
      <vt:lpstr>Colour - Bad</vt:lpstr>
      <vt:lpstr>Background - Good</vt:lpstr>
      <vt:lpstr>Background – Bad</vt:lpstr>
      <vt:lpstr>Graphs - Good</vt:lpstr>
      <vt:lpstr>Graphs - Bad</vt:lpstr>
      <vt:lpstr>Graphs - Good</vt:lpstr>
      <vt:lpstr>Graphs - Bad</vt:lpstr>
      <vt:lpstr>Interface of MS PowerPoint</vt:lpstr>
      <vt:lpstr>MS PowerPoint……</vt:lpstr>
      <vt:lpstr>Presentation views</vt:lpstr>
      <vt:lpstr>Different views</vt:lpstr>
      <vt:lpstr>Different view</vt:lpstr>
      <vt:lpstr>About layouts</vt:lpstr>
      <vt:lpstr>  Insert a Chart</vt:lpstr>
      <vt:lpstr>Import Chart Data from Excel</vt:lpstr>
      <vt:lpstr>PowerPoint Presentation</vt:lpstr>
      <vt:lpstr>Adding a table</vt:lpstr>
      <vt:lpstr>Movies and Sounds </vt:lpstr>
      <vt:lpstr>Movies and Sounds</vt:lpstr>
      <vt:lpstr>Hyperlinks and action buttons</vt:lpstr>
      <vt:lpstr>Insert Date/Time and Slide number</vt:lpstr>
      <vt:lpstr>Insert Header and Footer</vt:lpstr>
      <vt:lpstr>Slide Master</vt:lpstr>
      <vt:lpstr>Printing options</vt:lpstr>
      <vt:lpstr>Adding Lecture Notes</vt:lpstr>
      <vt:lpstr>END</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HNDIT11012: Personal Computer Applications</dc:title>
  <dc:creator>DNP</dc:creator>
  <cp:lastModifiedBy>DNP</cp:lastModifiedBy>
  <cp:revision>21</cp:revision>
  <dcterms:created xsi:type="dcterms:W3CDTF">2018-05-21T10:06:55Z</dcterms:created>
  <dcterms:modified xsi:type="dcterms:W3CDTF">2018-07-03T09:35:03Z</dcterms:modified>
</cp:coreProperties>
</file>