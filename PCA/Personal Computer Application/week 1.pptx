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  <p:sldId id="272" r:id="rId18"/>
    <p:sldId id="279" r:id="rId19"/>
    <p:sldId id="280" r:id="rId20"/>
    <p:sldId id="275" r:id="rId21"/>
    <p:sldId id="276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50" autoAdjust="0"/>
    <p:restoredTop sz="94660"/>
  </p:normalViewPr>
  <p:slideViewPr>
    <p:cSldViewPr>
      <p:cViewPr varScale="1">
        <p:scale>
          <a:sx n="67" d="100"/>
          <a:sy n="67" d="100"/>
        </p:scale>
        <p:origin x="75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7E97E0-7A7C-4B0D-9895-CB8AE2DFC345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0507B6-034F-4D4A-AADB-4240C3EA5F34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Software</a:t>
          </a:r>
        </a:p>
      </dgm:t>
    </dgm:pt>
    <dgm:pt modelId="{AA4D63F3-63B2-45ED-BF03-76F1A25B08A6}" type="parTrans" cxnId="{08EB8D8B-8567-47C2-8D29-774716B12E1C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EAF8893D-5100-4EDB-93CB-B659B4723E6E}" type="sibTrans" cxnId="{08EB8D8B-8567-47C2-8D29-774716B12E1C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A4D0993C-B9A7-4C8C-ABE7-DD2461A3EFBB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System S/W</a:t>
          </a:r>
        </a:p>
      </dgm:t>
    </dgm:pt>
    <dgm:pt modelId="{63923FE2-B5FB-40B8-911D-7B9D0AC7DA95}" type="parTrans" cxnId="{B5937EAE-8A38-48DB-A663-239E99DC5467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4571052-BA71-43C9-961D-9BC8A35B6D72}" type="sibTrans" cxnId="{B5937EAE-8A38-48DB-A663-239E99DC5467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0E67E97-33DB-4E7B-8401-F35DFBD70E4C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Operating System</a:t>
          </a:r>
        </a:p>
      </dgm:t>
    </dgm:pt>
    <dgm:pt modelId="{B3828096-FD24-4B62-A8F1-B057CB4CB925}" type="parTrans" cxnId="{7F5B12C9-601A-4EA2-8492-FBBD25B2F78C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EB3699F5-1E7D-4BF4-A6FF-195279F7C1F8}" type="sibTrans" cxnId="{7F5B12C9-601A-4EA2-8492-FBBD25B2F78C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C6CB9C19-BF9B-4582-AEFF-BCAA1A43B330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Utility Programs</a:t>
          </a:r>
        </a:p>
      </dgm:t>
    </dgm:pt>
    <dgm:pt modelId="{BB630DF1-BA18-427F-A0C5-DD14376F3624}" type="parTrans" cxnId="{B2450B4B-6840-4C0D-B692-C2738C8E50A8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D3F4D810-3BA7-407D-A5DC-867F162BE87B}" type="sibTrans" cxnId="{B2450B4B-6840-4C0D-B692-C2738C8E50A8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F0468B03-8C26-48AD-8C79-D94AECF72B20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Application S\W</a:t>
          </a:r>
        </a:p>
      </dgm:t>
    </dgm:pt>
    <dgm:pt modelId="{1C1C32C4-80F8-47C9-87F7-605C1BA24B60}" type="parTrans" cxnId="{E399E4F2-9D69-4442-9CCB-1BCE0B1C73D0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EF1AA693-16D2-4264-A782-7AC0AE785E26}" type="sibTrans" cxnId="{E399E4F2-9D69-4442-9CCB-1BCE0B1C73D0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96DD7339-9DB8-48CD-8B19-8933263FAD5D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Packages</a:t>
          </a:r>
        </a:p>
      </dgm:t>
    </dgm:pt>
    <dgm:pt modelId="{FCB40247-DFD3-4B49-8DB3-5A8858EE1042}" type="parTrans" cxnId="{EC4E90AA-FB0C-426C-9F2D-75E383F49E39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A9ED82E0-0BE8-4E35-942A-558EAC8C00D4}" type="sibTrans" cxnId="{EC4E90AA-FB0C-426C-9F2D-75E383F49E39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BBE5AE08-802E-41CE-BF91-B59CB3AB1A8D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Language Translators</a:t>
          </a:r>
        </a:p>
      </dgm:t>
    </dgm:pt>
    <dgm:pt modelId="{C42870A2-F598-4E6E-8FE5-CF94FA44B78C}" type="parTrans" cxnId="{9A6F4137-3A48-456E-93DB-B88E41E10800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1275B8C5-5C16-4480-A48F-AF2CFBCA2C12}" type="sibTrans" cxnId="{9A6F4137-3A48-456E-93DB-B88E41E10800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19CAFADE-072B-47F3-8C7A-5BC3D2B3E7D6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Bootstrap loaders</a:t>
          </a:r>
        </a:p>
      </dgm:t>
    </dgm:pt>
    <dgm:pt modelId="{1EF7AD88-3CA8-4DA8-AD7D-0617CC45B326}" type="parTrans" cxnId="{1956868A-7C6B-42C2-93BB-AFE31A70F8A0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8CD15FAD-CEA6-4526-A6BF-18339177A465}" type="sibTrans" cxnId="{1956868A-7C6B-42C2-93BB-AFE31A70F8A0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6AF74943-C915-4791-B8F6-A0C228787443}">
      <dgm:prSet phldrT="[Text]"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Diagnostic routine</a:t>
          </a:r>
        </a:p>
      </dgm:t>
    </dgm:pt>
    <dgm:pt modelId="{41140D7D-48DE-4ED2-89DB-8AFEA3EB92AA}" type="parTrans" cxnId="{CBFA3C56-8C69-4D4E-B729-6E7B05D3FE75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4B5C6FAC-9DA8-4656-8377-EB06DDD7853D}" type="sibTrans" cxnId="{CBFA3C56-8C69-4D4E-B729-6E7B05D3FE75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398A9BD-D505-4F73-9660-0B9CF7A22EBC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Database Management Software</a:t>
          </a:r>
        </a:p>
      </dgm:t>
    </dgm:pt>
    <dgm:pt modelId="{3DF0C553-420B-4B30-A5A8-52DA29D4D511}" type="parTrans" cxnId="{9E90719D-011F-40CF-BC5B-0F547E916045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C3551452-F2ED-4F4E-8C80-1ED8B4C39B49}" type="sibTrans" cxnId="{9E90719D-011F-40CF-BC5B-0F547E916045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E55FC33-FA53-46B9-82ED-A5590DA89A0C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Languages</a:t>
          </a:r>
        </a:p>
      </dgm:t>
    </dgm:pt>
    <dgm:pt modelId="{FFB4DA9F-EC26-4AF9-AA2B-A080C489B433}" type="parTrans" cxnId="{252C31D5-E2F9-498A-AC32-F0638791B4BC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D4D873F7-6F5B-4145-B82C-991C2E44309E}" type="sibTrans" cxnId="{252C31D5-E2F9-498A-AC32-F0638791B4BC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07259BEB-9E9E-4099-A339-ECB5133DDF81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Highlevel Languages</a:t>
          </a:r>
        </a:p>
      </dgm:t>
    </dgm:pt>
    <dgm:pt modelId="{1DC6E19B-9DD4-4653-BE3A-809EF5B12B76}" type="parTrans" cxnId="{5C72FB67-B23E-4492-9F0E-46CF042486F6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DB34655-73B4-453E-9EB8-D31DFA949234}" type="sibTrans" cxnId="{5C72FB67-B23E-4492-9F0E-46CF042486F6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752EA57-E432-4F34-833D-8BDA3AFEBE5E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Lowlevel Languages</a:t>
          </a:r>
        </a:p>
      </dgm:t>
    </dgm:pt>
    <dgm:pt modelId="{B64E263C-8F07-4B83-B2B8-87F1D09298B0}" type="parTrans" cxnId="{1CB32E1C-98D9-4D76-B15C-A31D2FDB77B4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7D36BC2B-9491-4D59-9BE3-AB20803C828C}" type="sibTrans" cxnId="{1CB32E1C-98D9-4D76-B15C-A31D2FDB77B4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618F6967-4CD9-49A8-B77B-4924ABE37D8A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Special Purpose Packages</a:t>
          </a:r>
        </a:p>
      </dgm:t>
    </dgm:pt>
    <dgm:pt modelId="{B8E12928-0A76-40DD-9F0E-C0F31B272E37}" type="parTrans" cxnId="{C9D95B59-35CD-4669-81C3-65164A3E61D4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1835FB3C-B034-4EE4-AD6B-9197E2F75713}" type="sibTrans" cxnId="{C9D95B59-35CD-4669-81C3-65164A3E61D4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C55BAD87-B0D0-465F-AE14-E3FC21D68D69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General Purpose Packages</a:t>
          </a:r>
        </a:p>
      </dgm:t>
    </dgm:pt>
    <dgm:pt modelId="{CD97A8E3-FA77-4A0A-959D-B0EE43530636}" type="parTrans" cxnId="{E37B0468-B416-49D9-8ED5-2BD21CE25141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16485644-EF44-42DC-9988-606DC9D2951D}" type="sibTrans" cxnId="{E37B0468-B416-49D9-8ED5-2BD21CE25141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D6FA89C9-55CD-4ACC-B73A-987153ACE709}" type="pres">
      <dgm:prSet presAssocID="{0D7E97E0-7A7C-4B0D-9895-CB8AE2DFC34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CD8986A-4F67-4086-8595-75C7EB787109}" type="pres">
      <dgm:prSet presAssocID="{A10507B6-034F-4D4A-AADB-4240C3EA5F34}" presName="root1" presStyleCnt="0"/>
      <dgm:spPr/>
    </dgm:pt>
    <dgm:pt modelId="{9A6666E1-B905-4667-A161-65A892987E2A}" type="pres">
      <dgm:prSet presAssocID="{A10507B6-034F-4D4A-AADB-4240C3EA5F34}" presName="LevelOneTextNode" presStyleLbl="node0" presStyleIdx="0" presStyleCnt="1" custScaleX="28494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66D1874-64CA-439F-89A2-5717463F104E}" type="pres">
      <dgm:prSet presAssocID="{A10507B6-034F-4D4A-AADB-4240C3EA5F34}" presName="level2hierChild" presStyleCnt="0"/>
      <dgm:spPr/>
    </dgm:pt>
    <dgm:pt modelId="{22AD8111-3FF7-4FBE-9442-4FAFB4F21520}" type="pres">
      <dgm:prSet presAssocID="{63923FE2-B5FB-40B8-911D-7B9D0AC7DA95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72DF6635-5032-4C59-AAB5-E862E89D6ABE}" type="pres">
      <dgm:prSet presAssocID="{63923FE2-B5FB-40B8-911D-7B9D0AC7DA95}" presName="connTx" presStyleLbl="parChTrans1D2" presStyleIdx="0" presStyleCnt="2"/>
      <dgm:spPr/>
      <dgm:t>
        <a:bodyPr/>
        <a:lstStyle/>
        <a:p>
          <a:endParaRPr lang="en-US"/>
        </a:p>
      </dgm:t>
    </dgm:pt>
    <dgm:pt modelId="{D581ED78-7195-434C-A093-8877DFB59057}" type="pres">
      <dgm:prSet presAssocID="{A4D0993C-B9A7-4C8C-ABE7-DD2461A3EFBB}" presName="root2" presStyleCnt="0"/>
      <dgm:spPr/>
    </dgm:pt>
    <dgm:pt modelId="{145DB57D-D323-4EE8-A7DB-00AEDFC3705D}" type="pres">
      <dgm:prSet presAssocID="{A4D0993C-B9A7-4C8C-ABE7-DD2461A3EFBB}" presName="LevelTwoTextNode" presStyleLbl="node2" presStyleIdx="0" presStyleCnt="2" custScaleX="2015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8441BA9-3B05-43FB-A284-EA9FEFF37240}" type="pres">
      <dgm:prSet presAssocID="{A4D0993C-B9A7-4C8C-ABE7-DD2461A3EFBB}" presName="level3hierChild" presStyleCnt="0"/>
      <dgm:spPr/>
    </dgm:pt>
    <dgm:pt modelId="{F85CE633-EFA8-49BF-A27A-8FFE66F2E900}" type="pres">
      <dgm:prSet presAssocID="{B3828096-FD24-4B62-A8F1-B057CB4CB925}" presName="conn2-1" presStyleLbl="parChTrans1D3" presStyleIdx="0" presStyleCnt="8"/>
      <dgm:spPr/>
      <dgm:t>
        <a:bodyPr/>
        <a:lstStyle/>
        <a:p>
          <a:endParaRPr lang="en-US"/>
        </a:p>
      </dgm:t>
    </dgm:pt>
    <dgm:pt modelId="{E06072F1-AD59-45E7-B723-076CAD629B55}" type="pres">
      <dgm:prSet presAssocID="{B3828096-FD24-4B62-A8F1-B057CB4CB925}" presName="connTx" presStyleLbl="parChTrans1D3" presStyleIdx="0" presStyleCnt="8"/>
      <dgm:spPr/>
      <dgm:t>
        <a:bodyPr/>
        <a:lstStyle/>
        <a:p>
          <a:endParaRPr lang="en-US"/>
        </a:p>
      </dgm:t>
    </dgm:pt>
    <dgm:pt modelId="{3E5DF8FE-3AEC-4915-B95F-784EB54A8CA1}" type="pres">
      <dgm:prSet presAssocID="{50E67E97-33DB-4E7B-8401-F35DFBD70E4C}" presName="root2" presStyleCnt="0"/>
      <dgm:spPr/>
    </dgm:pt>
    <dgm:pt modelId="{62FC5627-53D8-4338-B44F-5E0772FD73D7}" type="pres">
      <dgm:prSet presAssocID="{50E67E97-33DB-4E7B-8401-F35DFBD70E4C}" presName="LevelTwoTextNode" presStyleLbl="node3" presStyleIdx="0" presStyleCnt="8" custScaleX="35195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760C934-7C47-4429-945F-346AC05A2D62}" type="pres">
      <dgm:prSet presAssocID="{50E67E97-33DB-4E7B-8401-F35DFBD70E4C}" presName="level3hierChild" presStyleCnt="0"/>
      <dgm:spPr/>
    </dgm:pt>
    <dgm:pt modelId="{33C583A5-5DA0-4F51-9D7A-A0065C76816B}" type="pres">
      <dgm:prSet presAssocID="{BB630DF1-BA18-427F-A0C5-DD14376F3624}" presName="conn2-1" presStyleLbl="parChTrans1D3" presStyleIdx="1" presStyleCnt="8"/>
      <dgm:spPr/>
      <dgm:t>
        <a:bodyPr/>
        <a:lstStyle/>
        <a:p>
          <a:endParaRPr lang="en-US"/>
        </a:p>
      </dgm:t>
    </dgm:pt>
    <dgm:pt modelId="{44E5377E-630F-4BF0-BB8F-9F7DDF80C90E}" type="pres">
      <dgm:prSet presAssocID="{BB630DF1-BA18-427F-A0C5-DD14376F3624}" presName="connTx" presStyleLbl="parChTrans1D3" presStyleIdx="1" presStyleCnt="8"/>
      <dgm:spPr/>
      <dgm:t>
        <a:bodyPr/>
        <a:lstStyle/>
        <a:p>
          <a:endParaRPr lang="en-US"/>
        </a:p>
      </dgm:t>
    </dgm:pt>
    <dgm:pt modelId="{A82D2FB9-B130-424D-93F7-6E20F85C819F}" type="pres">
      <dgm:prSet presAssocID="{C6CB9C19-BF9B-4582-AEFF-BCAA1A43B330}" presName="root2" presStyleCnt="0"/>
      <dgm:spPr/>
    </dgm:pt>
    <dgm:pt modelId="{AA10B536-D24F-464C-811E-CF460DE3105A}" type="pres">
      <dgm:prSet presAssocID="{C6CB9C19-BF9B-4582-AEFF-BCAA1A43B330}" presName="LevelTwoTextNode" presStyleLbl="node3" presStyleIdx="1" presStyleCnt="8" custScaleX="35286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9EAB673-0BD5-4D29-AF60-6CFC21A2EF87}" type="pres">
      <dgm:prSet presAssocID="{C6CB9C19-BF9B-4582-AEFF-BCAA1A43B330}" presName="level3hierChild" presStyleCnt="0"/>
      <dgm:spPr/>
    </dgm:pt>
    <dgm:pt modelId="{CE0FCAF0-C4EB-48DB-BCDC-6FE425367054}" type="pres">
      <dgm:prSet presAssocID="{C42870A2-F598-4E6E-8FE5-CF94FA44B78C}" presName="conn2-1" presStyleLbl="parChTrans1D3" presStyleIdx="2" presStyleCnt="8"/>
      <dgm:spPr/>
      <dgm:t>
        <a:bodyPr/>
        <a:lstStyle/>
        <a:p>
          <a:endParaRPr lang="en-US"/>
        </a:p>
      </dgm:t>
    </dgm:pt>
    <dgm:pt modelId="{AB26FFD2-F3CA-4DA1-821D-46E44AFD83E8}" type="pres">
      <dgm:prSet presAssocID="{C42870A2-F598-4E6E-8FE5-CF94FA44B78C}" presName="connTx" presStyleLbl="parChTrans1D3" presStyleIdx="2" presStyleCnt="8"/>
      <dgm:spPr/>
      <dgm:t>
        <a:bodyPr/>
        <a:lstStyle/>
        <a:p>
          <a:endParaRPr lang="en-US"/>
        </a:p>
      </dgm:t>
    </dgm:pt>
    <dgm:pt modelId="{77F2164B-F5D0-430C-8DEE-901DCCA306FF}" type="pres">
      <dgm:prSet presAssocID="{BBE5AE08-802E-41CE-BF91-B59CB3AB1A8D}" presName="root2" presStyleCnt="0"/>
      <dgm:spPr/>
    </dgm:pt>
    <dgm:pt modelId="{35C0DC92-E9F4-47A4-9934-3932EFDB41C0}" type="pres">
      <dgm:prSet presAssocID="{BBE5AE08-802E-41CE-BF91-B59CB3AB1A8D}" presName="LevelTwoTextNode" presStyleLbl="node3" presStyleIdx="2" presStyleCnt="8" custScaleX="35732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C5DA09F-7C7B-4419-8D97-AE2DE09E0B3E}" type="pres">
      <dgm:prSet presAssocID="{BBE5AE08-802E-41CE-BF91-B59CB3AB1A8D}" presName="level3hierChild" presStyleCnt="0"/>
      <dgm:spPr/>
    </dgm:pt>
    <dgm:pt modelId="{27DC27BC-714A-421B-9102-EF8590181352}" type="pres">
      <dgm:prSet presAssocID="{1EF7AD88-3CA8-4DA8-AD7D-0617CC45B326}" presName="conn2-1" presStyleLbl="parChTrans1D3" presStyleIdx="3" presStyleCnt="8"/>
      <dgm:spPr/>
      <dgm:t>
        <a:bodyPr/>
        <a:lstStyle/>
        <a:p>
          <a:endParaRPr lang="en-US"/>
        </a:p>
      </dgm:t>
    </dgm:pt>
    <dgm:pt modelId="{666CB92C-6015-4132-B1F7-3476EEA7018C}" type="pres">
      <dgm:prSet presAssocID="{1EF7AD88-3CA8-4DA8-AD7D-0617CC45B326}" presName="connTx" presStyleLbl="parChTrans1D3" presStyleIdx="3" presStyleCnt="8"/>
      <dgm:spPr/>
      <dgm:t>
        <a:bodyPr/>
        <a:lstStyle/>
        <a:p>
          <a:endParaRPr lang="en-US"/>
        </a:p>
      </dgm:t>
    </dgm:pt>
    <dgm:pt modelId="{4CEC9702-9623-456E-A3CD-618D696D5B4D}" type="pres">
      <dgm:prSet presAssocID="{19CAFADE-072B-47F3-8C7A-5BC3D2B3E7D6}" presName="root2" presStyleCnt="0"/>
      <dgm:spPr/>
    </dgm:pt>
    <dgm:pt modelId="{85D51C3E-5108-4A9C-854C-CC4E039F00AB}" type="pres">
      <dgm:prSet presAssocID="{19CAFADE-072B-47F3-8C7A-5BC3D2B3E7D6}" presName="LevelTwoTextNode" presStyleLbl="node3" presStyleIdx="3" presStyleCnt="8" custScaleX="36019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66C6603-55E4-4F08-B4F0-6823E2900AC3}" type="pres">
      <dgm:prSet presAssocID="{19CAFADE-072B-47F3-8C7A-5BC3D2B3E7D6}" presName="level3hierChild" presStyleCnt="0"/>
      <dgm:spPr/>
    </dgm:pt>
    <dgm:pt modelId="{B11A58C0-2F52-4DBE-971E-DC5B6B3E5149}" type="pres">
      <dgm:prSet presAssocID="{41140D7D-48DE-4ED2-89DB-8AFEA3EB92AA}" presName="conn2-1" presStyleLbl="parChTrans1D3" presStyleIdx="4" presStyleCnt="8"/>
      <dgm:spPr/>
      <dgm:t>
        <a:bodyPr/>
        <a:lstStyle/>
        <a:p>
          <a:endParaRPr lang="en-US"/>
        </a:p>
      </dgm:t>
    </dgm:pt>
    <dgm:pt modelId="{A8CF38E6-838A-477E-8ED9-1A616E40954C}" type="pres">
      <dgm:prSet presAssocID="{41140D7D-48DE-4ED2-89DB-8AFEA3EB92AA}" presName="connTx" presStyleLbl="parChTrans1D3" presStyleIdx="4" presStyleCnt="8"/>
      <dgm:spPr/>
      <dgm:t>
        <a:bodyPr/>
        <a:lstStyle/>
        <a:p>
          <a:endParaRPr lang="en-US"/>
        </a:p>
      </dgm:t>
    </dgm:pt>
    <dgm:pt modelId="{D1DD34EA-3076-43B4-9A36-4202AFC56C29}" type="pres">
      <dgm:prSet presAssocID="{6AF74943-C915-4791-B8F6-A0C228787443}" presName="root2" presStyleCnt="0"/>
      <dgm:spPr/>
    </dgm:pt>
    <dgm:pt modelId="{EFB84FC0-ED00-49F3-95A1-7AE9FD26E9FD}" type="pres">
      <dgm:prSet presAssocID="{6AF74943-C915-4791-B8F6-A0C228787443}" presName="LevelTwoTextNode" presStyleLbl="node3" presStyleIdx="4" presStyleCnt="8" custScaleX="3624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FA65CE1-FBFE-4195-B1B7-795C8EF6428F}" type="pres">
      <dgm:prSet presAssocID="{6AF74943-C915-4791-B8F6-A0C228787443}" presName="level3hierChild" presStyleCnt="0"/>
      <dgm:spPr/>
    </dgm:pt>
    <dgm:pt modelId="{22638C89-9A26-4320-9600-1FF54F6DF2C1}" type="pres">
      <dgm:prSet presAssocID="{3DF0C553-420B-4B30-A5A8-52DA29D4D511}" presName="conn2-1" presStyleLbl="parChTrans1D3" presStyleIdx="5" presStyleCnt="8"/>
      <dgm:spPr/>
      <dgm:t>
        <a:bodyPr/>
        <a:lstStyle/>
        <a:p>
          <a:endParaRPr lang="en-US"/>
        </a:p>
      </dgm:t>
    </dgm:pt>
    <dgm:pt modelId="{122F211F-FA5C-4D05-9423-4F8BD53F1902}" type="pres">
      <dgm:prSet presAssocID="{3DF0C553-420B-4B30-A5A8-52DA29D4D511}" presName="connTx" presStyleLbl="parChTrans1D3" presStyleIdx="5" presStyleCnt="8"/>
      <dgm:spPr/>
      <dgm:t>
        <a:bodyPr/>
        <a:lstStyle/>
        <a:p>
          <a:endParaRPr lang="en-US"/>
        </a:p>
      </dgm:t>
    </dgm:pt>
    <dgm:pt modelId="{FB7BFAB9-8707-4767-93F8-D8450AAFABBC}" type="pres">
      <dgm:prSet presAssocID="{2398A9BD-D505-4F73-9660-0B9CF7A22EBC}" presName="root2" presStyleCnt="0"/>
      <dgm:spPr/>
    </dgm:pt>
    <dgm:pt modelId="{15F2431C-DB83-4731-BBA9-E3D45DC7C626}" type="pres">
      <dgm:prSet presAssocID="{2398A9BD-D505-4F73-9660-0B9CF7A22EBC}" presName="LevelTwoTextNode" presStyleLbl="node3" presStyleIdx="5" presStyleCnt="8" custScaleX="36572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9DBED67-C639-4C31-B25A-C3D8EBA2E483}" type="pres">
      <dgm:prSet presAssocID="{2398A9BD-D505-4F73-9660-0B9CF7A22EBC}" presName="level3hierChild" presStyleCnt="0"/>
      <dgm:spPr/>
    </dgm:pt>
    <dgm:pt modelId="{3FB931C1-BF74-436D-957D-81D2614246BF}" type="pres">
      <dgm:prSet presAssocID="{1C1C32C4-80F8-47C9-87F7-605C1BA24B60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F6A78EAA-613B-4386-BD5A-D0A0481A7CBC}" type="pres">
      <dgm:prSet presAssocID="{1C1C32C4-80F8-47C9-87F7-605C1BA24B60}" presName="connTx" presStyleLbl="parChTrans1D2" presStyleIdx="1" presStyleCnt="2"/>
      <dgm:spPr/>
      <dgm:t>
        <a:bodyPr/>
        <a:lstStyle/>
        <a:p>
          <a:endParaRPr lang="en-US"/>
        </a:p>
      </dgm:t>
    </dgm:pt>
    <dgm:pt modelId="{DB4A1A59-FCF4-40C7-9330-D4824BAF5494}" type="pres">
      <dgm:prSet presAssocID="{F0468B03-8C26-48AD-8C79-D94AECF72B20}" presName="root2" presStyleCnt="0"/>
      <dgm:spPr/>
    </dgm:pt>
    <dgm:pt modelId="{E9B83AF8-A83B-4311-9306-2CC2CAF71E1D}" type="pres">
      <dgm:prSet presAssocID="{F0468B03-8C26-48AD-8C79-D94AECF72B20}" presName="LevelTwoTextNode" presStyleLbl="node2" presStyleIdx="1" presStyleCnt="2" custScaleX="17514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8F16C83-3498-49BC-969C-C73C7E6AD19C}" type="pres">
      <dgm:prSet presAssocID="{F0468B03-8C26-48AD-8C79-D94AECF72B20}" presName="level3hierChild" presStyleCnt="0"/>
      <dgm:spPr/>
    </dgm:pt>
    <dgm:pt modelId="{38526325-99F9-4B19-B118-C4EE29157589}" type="pres">
      <dgm:prSet presAssocID="{FCB40247-DFD3-4B49-8DB3-5A8858EE1042}" presName="conn2-1" presStyleLbl="parChTrans1D3" presStyleIdx="6" presStyleCnt="8"/>
      <dgm:spPr/>
      <dgm:t>
        <a:bodyPr/>
        <a:lstStyle/>
        <a:p>
          <a:endParaRPr lang="en-US"/>
        </a:p>
      </dgm:t>
    </dgm:pt>
    <dgm:pt modelId="{B5F775A2-B886-4996-BCC6-43CB3CA7773F}" type="pres">
      <dgm:prSet presAssocID="{FCB40247-DFD3-4B49-8DB3-5A8858EE1042}" presName="connTx" presStyleLbl="parChTrans1D3" presStyleIdx="6" presStyleCnt="8"/>
      <dgm:spPr/>
      <dgm:t>
        <a:bodyPr/>
        <a:lstStyle/>
        <a:p>
          <a:endParaRPr lang="en-US"/>
        </a:p>
      </dgm:t>
    </dgm:pt>
    <dgm:pt modelId="{1F6AA852-C690-470E-9111-D646B41F6891}" type="pres">
      <dgm:prSet presAssocID="{96DD7339-9DB8-48CD-8B19-8933263FAD5D}" presName="root2" presStyleCnt="0"/>
      <dgm:spPr/>
    </dgm:pt>
    <dgm:pt modelId="{EE8BBE5E-EBFE-4217-A76F-03CB397BEDC9}" type="pres">
      <dgm:prSet presAssocID="{96DD7339-9DB8-48CD-8B19-8933263FAD5D}" presName="LevelTwoTextNode" presStyleLbl="node3" presStyleIdx="6" presStyleCnt="8" custScaleX="19570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BD0F440-2785-42E9-A4EC-A28B61681C92}" type="pres">
      <dgm:prSet presAssocID="{96DD7339-9DB8-48CD-8B19-8933263FAD5D}" presName="level3hierChild" presStyleCnt="0"/>
      <dgm:spPr/>
    </dgm:pt>
    <dgm:pt modelId="{9AE54D99-6B89-4C11-B95F-F7E8C3C9350F}" type="pres">
      <dgm:prSet presAssocID="{B8E12928-0A76-40DD-9F0E-C0F31B272E37}" presName="conn2-1" presStyleLbl="parChTrans1D4" presStyleIdx="0" presStyleCnt="4"/>
      <dgm:spPr/>
      <dgm:t>
        <a:bodyPr/>
        <a:lstStyle/>
        <a:p>
          <a:endParaRPr lang="en-US"/>
        </a:p>
      </dgm:t>
    </dgm:pt>
    <dgm:pt modelId="{EB35D592-C482-4AE5-ABEB-5A06C2C0860E}" type="pres">
      <dgm:prSet presAssocID="{B8E12928-0A76-40DD-9F0E-C0F31B272E37}" presName="connTx" presStyleLbl="parChTrans1D4" presStyleIdx="0" presStyleCnt="4"/>
      <dgm:spPr/>
      <dgm:t>
        <a:bodyPr/>
        <a:lstStyle/>
        <a:p>
          <a:endParaRPr lang="en-US"/>
        </a:p>
      </dgm:t>
    </dgm:pt>
    <dgm:pt modelId="{91F59FA4-493E-420D-AAA1-0B189003655F}" type="pres">
      <dgm:prSet presAssocID="{618F6967-4CD9-49A8-B77B-4924ABE37D8A}" presName="root2" presStyleCnt="0"/>
      <dgm:spPr/>
    </dgm:pt>
    <dgm:pt modelId="{9C4AD358-32A2-49A0-8ED2-500666A29171}" type="pres">
      <dgm:prSet presAssocID="{618F6967-4CD9-49A8-B77B-4924ABE37D8A}" presName="LevelTwoTextNode" presStyleLbl="node4" presStyleIdx="0" presStyleCnt="4" custScaleX="2955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2F8517A-B65A-43FE-AB28-447F38B75D95}" type="pres">
      <dgm:prSet presAssocID="{618F6967-4CD9-49A8-B77B-4924ABE37D8A}" presName="level3hierChild" presStyleCnt="0"/>
      <dgm:spPr/>
    </dgm:pt>
    <dgm:pt modelId="{32CE6CD1-6533-42D5-B035-AADCB71C4413}" type="pres">
      <dgm:prSet presAssocID="{CD97A8E3-FA77-4A0A-959D-B0EE43530636}" presName="conn2-1" presStyleLbl="parChTrans1D4" presStyleIdx="1" presStyleCnt="4"/>
      <dgm:spPr/>
      <dgm:t>
        <a:bodyPr/>
        <a:lstStyle/>
        <a:p>
          <a:endParaRPr lang="en-US"/>
        </a:p>
      </dgm:t>
    </dgm:pt>
    <dgm:pt modelId="{AE141944-A9EB-4AED-B0B4-B2F90491983A}" type="pres">
      <dgm:prSet presAssocID="{CD97A8E3-FA77-4A0A-959D-B0EE43530636}" presName="connTx" presStyleLbl="parChTrans1D4" presStyleIdx="1" presStyleCnt="4"/>
      <dgm:spPr/>
      <dgm:t>
        <a:bodyPr/>
        <a:lstStyle/>
        <a:p>
          <a:endParaRPr lang="en-US"/>
        </a:p>
      </dgm:t>
    </dgm:pt>
    <dgm:pt modelId="{8B13C998-03A3-4763-A09A-DFEABF47F7D9}" type="pres">
      <dgm:prSet presAssocID="{C55BAD87-B0D0-465F-AE14-E3FC21D68D69}" presName="root2" presStyleCnt="0"/>
      <dgm:spPr/>
    </dgm:pt>
    <dgm:pt modelId="{A12D8E6D-1302-4946-B775-2790A02168F8}" type="pres">
      <dgm:prSet presAssocID="{C55BAD87-B0D0-465F-AE14-E3FC21D68D69}" presName="LevelTwoTextNode" presStyleLbl="node4" presStyleIdx="1" presStyleCnt="4" custScaleX="30223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D85AE33-DB32-40C1-832A-BE21EFDC8187}" type="pres">
      <dgm:prSet presAssocID="{C55BAD87-B0D0-465F-AE14-E3FC21D68D69}" presName="level3hierChild" presStyleCnt="0"/>
      <dgm:spPr/>
    </dgm:pt>
    <dgm:pt modelId="{882FCAFC-97C6-49D6-B445-76C8D2613B0B}" type="pres">
      <dgm:prSet presAssocID="{FFB4DA9F-EC26-4AF9-AA2B-A080C489B433}" presName="conn2-1" presStyleLbl="parChTrans1D3" presStyleIdx="7" presStyleCnt="8"/>
      <dgm:spPr/>
      <dgm:t>
        <a:bodyPr/>
        <a:lstStyle/>
        <a:p>
          <a:endParaRPr lang="en-US"/>
        </a:p>
      </dgm:t>
    </dgm:pt>
    <dgm:pt modelId="{52E320F6-CF0C-468C-93E5-76480E24C9AD}" type="pres">
      <dgm:prSet presAssocID="{FFB4DA9F-EC26-4AF9-AA2B-A080C489B433}" presName="connTx" presStyleLbl="parChTrans1D3" presStyleIdx="7" presStyleCnt="8"/>
      <dgm:spPr/>
      <dgm:t>
        <a:bodyPr/>
        <a:lstStyle/>
        <a:p>
          <a:endParaRPr lang="en-US"/>
        </a:p>
      </dgm:t>
    </dgm:pt>
    <dgm:pt modelId="{D71DFA44-249B-4A14-A4CE-D3D494839DB7}" type="pres">
      <dgm:prSet presAssocID="{2E55FC33-FA53-46B9-82ED-A5590DA89A0C}" presName="root2" presStyleCnt="0"/>
      <dgm:spPr/>
    </dgm:pt>
    <dgm:pt modelId="{644E46B5-B801-4891-90CF-EDD74F1F0A29}" type="pres">
      <dgm:prSet presAssocID="{2E55FC33-FA53-46B9-82ED-A5590DA89A0C}" presName="LevelTwoTextNode" presStyleLbl="node3" presStyleIdx="7" presStyleCnt="8" custScaleX="19249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206F920-4F91-4DBF-BD0F-39A412B5B881}" type="pres">
      <dgm:prSet presAssocID="{2E55FC33-FA53-46B9-82ED-A5590DA89A0C}" presName="level3hierChild" presStyleCnt="0"/>
      <dgm:spPr/>
    </dgm:pt>
    <dgm:pt modelId="{1BE098CA-541E-404D-A8D9-300D54258425}" type="pres">
      <dgm:prSet presAssocID="{1DC6E19B-9DD4-4653-BE3A-809EF5B12B76}" presName="conn2-1" presStyleLbl="parChTrans1D4" presStyleIdx="2" presStyleCnt="4"/>
      <dgm:spPr/>
      <dgm:t>
        <a:bodyPr/>
        <a:lstStyle/>
        <a:p>
          <a:endParaRPr lang="en-US"/>
        </a:p>
      </dgm:t>
    </dgm:pt>
    <dgm:pt modelId="{932BA7D8-155B-4C92-962E-42A95917F590}" type="pres">
      <dgm:prSet presAssocID="{1DC6E19B-9DD4-4653-BE3A-809EF5B12B76}" presName="connTx" presStyleLbl="parChTrans1D4" presStyleIdx="2" presStyleCnt="4"/>
      <dgm:spPr/>
      <dgm:t>
        <a:bodyPr/>
        <a:lstStyle/>
        <a:p>
          <a:endParaRPr lang="en-US"/>
        </a:p>
      </dgm:t>
    </dgm:pt>
    <dgm:pt modelId="{66EAFC5A-614F-47D3-A54E-F1D204C3CAFD}" type="pres">
      <dgm:prSet presAssocID="{07259BEB-9E9E-4099-A339-ECB5133DDF81}" presName="root2" presStyleCnt="0"/>
      <dgm:spPr/>
    </dgm:pt>
    <dgm:pt modelId="{EDF7DCF8-8C4E-43AC-83B4-91FB190AB007}" type="pres">
      <dgm:prSet presAssocID="{07259BEB-9E9E-4099-A339-ECB5133DDF81}" presName="LevelTwoTextNode" presStyleLbl="node4" presStyleIdx="2" presStyleCnt="4" custScaleX="31221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1EA07AA-5C09-473D-98A2-C8A429B0B371}" type="pres">
      <dgm:prSet presAssocID="{07259BEB-9E9E-4099-A339-ECB5133DDF81}" presName="level3hierChild" presStyleCnt="0"/>
      <dgm:spPr/>
    </dgm:pt>
    <dgm:pt modelId="{71983C57-AF04-4053-B62E-2C9B760AC86C}" type="pres">
      <dgm:prSet presAssocID="{B64E263C-8F07-4B83-B2B8-87F1D09298B0}" presName="conn2-1" presStyleLbl="parChTrans1D4" presStyleIdx="3" presStyleCnt="4"/>
      <dgm:spPr/>
      <dgm:t>
        <a:bodyPr/>
        <a:lstStyle/>
        <a:p>
          <a:endParaRPr lang="en-US"/>
        </a:p>
      </dgm:t>
    </dgm:pt>
    <dgm:pt modelId="{013F6F49-0713-4FBB-893A-7E33F84C80FB}" type="pres">
      <dgm:prSet presAssocID="{B64E263C-8F07-4B83-B2B8-87F1D09298B0}" presName="connTx" presStyleLbl="parChTrans1D4" presStyleIdx="3" presStyleCnt="4"/>
      <dgm:spPr/>
      <dgm:t>
        <a:bodyPr/>
        <a:lstStyle/>
        <a:p>
          <a:endParaRPr lang="en-US"/>
        </a:p>
      </dgm:t>
    </dgm:pt>
    <dgm:pt modelId="{A036D875-232F-473B-8A99-CA0C5D4E0392}" type="pres">
      <dgm:prSet presAssocID="{2752EA57-E432-4F34-833D-8BDA3AFEBE5E}" presName="root2" presStyleCnt="0"/>
      <dgm:spPr/>
    </dgm:pt>
    <dgm:pt modelId="{A845A0C3-DFE8-4A22-BA6E-0DAC22503818}" type="pres">
      <dgm:prSet presAssocID="{2752EA57-E432-4F34-833D-8BDA3AFEBE5E}" presName="LevelTwoTextNode" presStyleLbl="node4" presStyleIdx="3" presStyleCnt="4" custScaleX="31255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4AEAE17-5072-4097-B9B6-8E710217182F}" type="pres">
      <dgm:prSet presAssocID="{2752EA57-E432-4F34-833D-8BDA3AFEBE5E}" presName="level3hierChild" presStyleCnt="0"/>
      <dgm:spPr/>
    </dgm:pt>
  </dgm:ptLst>
  <dgm:cxnLst>
    <dgm:cxn modelId="{5B4E5218-0C16-417C-BC8B-192BDD5E28E8}" type="presOf" srcId="{41140D7D-48DE-4ED2-89DB-8AFEA3EB92AA}" destId="{B11A58C0-2F52-4DBE-971E-DC5B6B3E5149}" srcOrd="0" destOrd="0" presId="urn:microsoft.com/office/officeart/2005/8/layout/hierarchy2"/>
    <dgm:cxn modelId="{AC29AEC1-EA17-4ED7-8817-A712C68E7EDD}" type="presOf" srcId="{2752EA57-E432-4F34-833D-8BDA3AFEBE5E}" destId="{A845A0C3-DFE8-4A22-BA6E-0DAC22503818}" srcOrd="0" destOrd="0" presId="urn:microsoft.com/office/officeart/2005/8/layout/hierarchy2"/>
    <dgm:cxn modelId="{B2450B4B-6840-4C0D-B692-C2738C8E50A8}" srcId="{A4D0993C-B9A7-4C8C-ABE7-DD2461A3EFBB}" destId="{C6CB9C19-BF9B-4582-AEFF-BCAA1A43B330}" srcOrd="1" destOrd="0" parTransId="{BB630DF1-BA18-427F-A0C5-DD14376F3624}" sibTransId="{D3F4D810-3BA7-407D-A5DC-867F162BE87B}"/>
    <dgm:cxn modelId="{CBFA3C56-8C69-4D4E-B729-6E7B05D3FE75}" srcId="{A4D0993C-B9A7-4C8C-ABE7-DD2461A3EFBB}" destId="{6AF74943-C915-4791-B8F6-A0C228787443}" srcOrd="4" destOrd="0" parTransId="{41140D7D-48DE-4ED2-89DB-8AFEA3EB92AA}" sibTransId="{4B5C6FAC-9DA8-4656-8377-EB06DDD7853D}"/>
    <dgm:cxn modelId="{E8FD0AA7-6B86-4359-859B-63B772C5D873}" type="presOf" srcId="{BB630DF1-BA18-427F-A0C5-DD14376F3624}" destId="{33C583A5-5DA0-4F51-9D7A-A0065C76816B}" srcOrd="0" destOrd="0" presId="urn:microsoft.com/office/officeart/2005/8/layout/hierarchy2"/>
    <dgm:cxn modelId="{9F415AFC-38C0-4638-8F27-54CC95FDEA4B}" type="presOf" srcId="{07259BEB-9E9E-4099-A339-ECB5133DDF81}" destId="{EDF7DCF8-8C4E-43AC-83B4-91FB190AB007}" srcOrd="0" destOrd="0" presId="urn:microsoft.com/office/officeart/2005/8/layout/hierarchy2"/>
    <dgm:cxn modelId="{E7EE8CD4-E36F-49AA-B4A8-9BB978CE5932}" type="presOf" srcId="{B8E12928-0A76-40DD-9F0E-C0F31B272E37}" destId="{EB35D592-C482-4AE5-ABEB-5A06C2C0860E}" srcOrd="1" destOrd="0" presId="urn:microsoft.com/office/officeart/2005/8/layout/hierarchy2"/>
    <dgm:cxn modelId="{71A6B2D1-B340-40C3-BDDA-5C9B112F4995}" type="presOf" srcId="{1EF7AD88-3CA8-4DA8-AD7D-0617CC45B326}" destId="{27DC27BC-714A-421B-9102-EF8590181352}" srcOrd="0" destOrd="0" presId="urn:microsoft.com/office/officeart/2005/8/layout/hierarchy2"/>
    <dgm:cxn modelId="{E8B2541F-C501-4A14-812C-7EB086062F00}" type="presOf" srcId="{CD97A8E3-FA77-4A0A-959D-B0EE43530636}" destId="{32CE6CD1-6533-42D5-B035-AADCB71C4413}" srcOrd="0" destOrd="0" presId="urn:microsoft.com/office/officeart/2005/8/layout/hierarchy2"/>
    <dgm:cxn modelId="{C9D95B59-35CD-4669-81C3-65164A3E61D4}" srcId="{96DD7339-9DB8-48CD-8B19-8933263FAD5D}" destId="{618F6967-4CD9-49A8-B77B-4924ABE37D8A}" srcOrd="0" destOrd="0" parTransId="{B8E12928-0A76-40DD-9F0E-C0F31B272E37}" sibTransId="{1835FB3C-B034-4EE4-AD6B-9197E2F75713}"/>
    <dgm:cxn modelId="{74040DEE-CD82-4E39-80D5-99F117F4A413}" type="presOf" srcId="{2398A9BD-D505-4F73-9660-0B9CF7A22EBC}" destId="{15F2431C-DB83-4731-BBA9-E3D45DC7C626}" srcOrd="0" destOrd="0" presId="urn:microsoft.com/office/officeart/2005/8/layout/hierarchy2"/>
    <dgm:cxn modelId="{C1EB8C6B-A362-46E1-B143-EBF65A5232F3}" type="presOf" srcId="{B3828096-FD24-4B62-A8F1-B057CB4CB925}" destId="{F85CE633-EFA8-49BF-A27A-8FFE66F2E900}" srcOrd="0" destOrd="0" presId="urn:microsoft.com/office/officeart/2005/8/layout/hierarchy2"/>
    <dgm:cxn modelId="{1956868A-7C6B-42C2-93BB-AFE31A70F8A0}" srcId="{A4D0993C-B9A7-4C8C-ABE7-DD2461A3EFBB}" destId="{19CAFADE-072B-47F3-8C7A-5BC3D2B3E7D6}" srcOrd="3" destOrd="0" parTransId="{1EF7AD88-3CA8-4DA8-AD7D-0617CC45B326}" sibTransId="{8CD15FAD-CEA6-4526-A6BF-18339177A465}"/>
    <dgm:cxn modelId="{3F1AD0D5-DD3F-4D51-BEB2-0CE0CA5CE459}" type="presOf" srcId="{19CAFADE-072B-47F3-8C7A-5BC3D2B3E7D6}" destId="{85D51C3E-5108-4A9C-854C-CC4E039F00AB}" srcOrd="0" destOrd="0" presId="urn:microsoft.com/office/officeart/2005/8/layout/hierarchy2"/>
    <dgm:cxn modelId="{08EB8D8B-8567-47C2-8D29-774716B12E1C}" srcId="{0D7E97E0-7A7C-4B0D-9895-CB8AE2DFC345}" destId="{A10507B6-034F-4D4A-AADB-4240C3EA5F34}" srcOrd="0" destOrd="0" parTransId="{AA4D63F3-63B2-45ED-BF03-76F1A25B08A6}" sibTransId="{EAF8893D-5100-4EDB-93CB-B659B4723E6E}"/>
    <dgm:cxn modelId="{7F5B12C9-601A-4EA2-8492-FBBD25B2F78C}" srcId="{A4D0993C-B9A7-4C8C-ABE7-DD2461A3EFBB}" destId="{50E67E97-33DB-4E7B-8401-F35DFBD70E4C}" srcOrd="0" destOrd="0" parTransId="{B3828096-FD24-4B62-A8F1-B057CB4CB925}" sibTransId="{EB3699F5-1E7D-4BF4-A6FF-195279F7C1F8}"/>
    <dgm:cxn modelId="{E37B0468-B416-49D9-8ED5-2BD21CE25141}" srcId="{96DD7339-9DB8-48CD-8B19-8933263FAD5D}" destId="{C55BAD87-B0D0-465F-AE14-E3FC21D68D69}" srcOrd="1" destOrd="0" parTransId="{CD97A8E3-FA77-4A0A-959D-B0EE43530636}" sibTransId="{16485644-EF44-42DC-9988-606DC9D2951D}"/>
    <dgm:cxn modelId="{FCCE036B-0521-4A61-8208-7C58580CC944}" type="presOf" srcId="{50E67E97-33DB-4E7B-8401-F35DFBD70E4C}" destId="{62FC5627-53D8-4338-B44F-5E0772FD73D7}" srcOrd="0" destOrd="0" presId="urn:microsoft.com/office/officeart/2005/8/layout/hierarchy2"/>
    <dgm:cxn modelId="{1CB32E1C-98D9-4D76-B15C-A31D2FDB77B4}" srcId="{2E55FC33-FA53-46B9-82ED-A5590DA89A0C}" destId="{2752EA57-E432-4F34-833D-8BDA3AFEBE5E}" srcOrd="1" destOrd="0" parTransId="{B64E263C-8F07-4B83-B2B8-87F1D09298B0}" sibTransId="{7D36BC2B-9491-4D59-9BE3-AB20803C828C}"/>
    <dgm:cxn modelId="{5C72FB67-B23E-4492-9F0E-46CF042486F6}" srcId="{2E55FC33-FA53-46B9-82ED-A5590DA89A0C}" destId="{07259BEB-9E9E-4099-A339-ECB5133DDF81}" srcOrd="0" destOrd="0" parTransId="{1DC6E19B-9DD4-4653-BE3A-809EF5B12B76}" sibTransId="{5DB34655-73B4-453E-9EB8-D31DFA949234}"/>
    <dgm:cxn modelId="{7B55EBA5-25A8-4F78-9137-C9236262C888}" type="presOf" srcId="{1C1C32C4-80F8-47C9-87F7-605C1BA24B60}" destId="{3FB931C1-BF74-436D-957D-81D2614246BF}" srcOrd="0" destOrd="0" presId="urn:microsoft.com/office/officeart/2005/8/layout/hierarchy2"/>
    <dgm:cxn modelId="{D5A9077F-227C-4911-8AF5-CD1D88C926F0}" type="presOf" srcId="{C42870A2-F598-4E6E-8FE5-CF94FA44B78C}" destId="{AB26FFD2-F3CA-4DA1-821D-46E44AFD83E8}" srcOrd="1" destOrd="0" presId="urn:microsoft.com/office/officeart/2005/8/layout/hierarchy2"/>
    <dgm:cxn modelId="{AC34CB28-DE7F-4547-8567-C4428EE7A978}" type="presOf" srcId="{B64E263C-8F07-4B83-B2B8-87F1D09298B0}" destId="{71983C57-AF04-4053-B62E-2C9B760AC86C}" srcOrd="0" destOrd="0" presId="urn:microsoft.com/office/officeart/2005/8/layout/hierarchy2"/>
    <dgm:cxn modelId="{C3F8B5AE-38DF-442F-968A-83FBA8CC56B3}" type="presOf" srcId="{A10507B6-034F-4D4A-AADB-4240C3EA5F34}" destId="{9A6666E1-B905-4667-A161-65A892987E2A}" srcOrd="0" destOrd="0" presId="urn:microsoft.com/office/officeart/2005/8/layout/hierarchy2"/>
    <dgm:cxn modelId="{9A6F4137-3A48-456E-93DB-B88E41E10800}" srcId="{A4D0993C-B9A7-4C8C-ABE7-DD2461A3EFBB}" destId="{BBE5AE08-802E-41CE-BF91-B59CB3AB1A8D}" srcOrd="2" destOrd="0" parTransId="{C42870A2-F598-4E6E-8FE5-CF94FA44B78C}" sibTransId="{1275B8C5-5C16-4480-A48F-AF2CFBCA2C12}"/>
    <dgm:cxn modelId="{5CD34BCD-DCFE-4158-BB45-B541EDA3F70D}" type="presOf" srcId="{B64E263C-8F07-4B83-B2B8-87F1D09298B0}" destId="{013F6F49-0713-4FBB-893A-7E33F84C80FB}" srcOrd="1" destOrd="0" presId="urn:microsoft.com/office/officeart/2005/8/layout/hierarchy2"/>
    <dgm:cxn modelId="{9935DE6B-8AEB-4481-A036-4F2F9A5C4116}" type="presOf" srcId="{63923FE2-B5FB-40B8-911D-7B9D0AC7DA95}" destId="{22AD8111-3FF7-4FBE-9442-4FAFB4F21520}" srcOrd="0" destOrd="0" presId="urn:microsoft.com/office/officeart/2005/8/layout/hierarchy2"/>
    <dgm:cxn modelId="{FE00FB89-30C0-47EB-9EE4-1F959FAA3570}" type="presOf" srcId="{0D7E97E0-7A7C-4B0D-9895-CB8AE2DFC345}" destId="{D6FA89C9-55CD-4ACC-B73A-987153ACE709}" srcOrd="0" destOrd="0" presId="urn:microsoft.com/office/officeart/2005/8/layout/hierarchy2"/>
    <dgm:cxn modelId="{F10A1774-DF8F-47AA-AC4B-50F32BC5C3C1}" type="presOf" srcId="{CD97A8E3-FA77-4A0A-959D-B0EE43530636}" destId="{AE141944-A9EB-4AED-B0B4-B2F90491983A}" srcOrd="1" destOrd="0" presId="urn:microsoft.com/office/officeart/2005/8/layout/hierarchy2"/>
    <dgm:cxn modelId="{3A49C5E7-F36F-49EB-A430-0B4BEC23924E}" type="presOf" srcId="{FCB40247-DFD3-4B49-8DB3-5A8858EE1042}" destId="{B5F775A2-B886-4996-BCC6-43CB3CA7773F}" srcOrd="1" destOrd="0" presId="urn:microsoft.com/office/officeart/2005/8/layout/hierarchy2"/>
    <dgm:cxn modelId="{3AAB5F7E-0C8D-4238-9FF7-4C1C103846C1}" type="presOf" srcId="{63923FE2-B5FB-40B8-911D-7B9D0AC7DA95}" destId="{72DF6635-5032-4C59-AAB5-E862E89D6ABE}" srcOrd="1" destOrd="0" presId="urn:microsoft.com/office/officeart/2005/8/layout/hierarchy2"/>
    <dgm:cxn modelId="{E8746767-D9C0-4BD6-BBC2-D3D038CF94C6}" type="presOf" srcId="{3DF0C553-420B-4B30-A5A8-52DA29D4D511}" destId="{122F211F-FA5C-4D05-9423-4F8BD53F1902}" srcOrd="1" destOrd="0" presId="urn:microsoft.com/office/officeart/2005/8/layout/hierarchy2"/>
    <dgm:cxn modelId="{C39CAABF-73EB-496A-8A07-8A6902D89898}" type="presOf" srcId="{F0468B03-8C26-48AD-8C79-D94AECF72B20}" destId="{E9B83AF8-A83B-4311-9306-2CC2CAF71E1D}" srcOrd="0" destOrd="0" presId="urn:microsoft.com/office/officeart/2005/8/layout/hierarchy2"/>
    <dgm:cxn modelId="{5C167A0C-A543-47A3-9118-EA84C9039E7A}" type="presOf" srcId="{1C1C32C4-80F8-47C9-87F7-605C1BA24B60}" destId="{F6A78EAA-613B-4386-BD5A-D0A0481A7CBC}" srcOrd="1" destOrd="0" presId="urn:microsoft.com/office/officeart/2005/8/layout/hierarchy2"/>
    <dgm:cxn modelId="{E399E4F2-9D69-4442-9CCB-1BCE0B1C73D0}" srcId="{A10507B6-034F-4D4A-AADB-4240C3EA5F34}" destId="{F0468B03-8C26-48AD-8C79-D94AECF72B20}" srcOrd="1" destOrd="0" parTransId="{1C1C32C4-80F8-47C9-87F7-605C1BA24B60}" sibTransId="{EF1AA693-16D2-4264-A782-7AC0AE785E26}"/>
    <dgm:cxn modelId="{A5950DCA-EA72-493F-8706-7A8E4C45CE07}" type="presOf" srcId="{3DF0C553-420B-4B30-A5A8-52DA29D4D511}" destId="{22638C89-9A26-4320-9600-1FF54F6DF2C1}" srcOrd="0" destOrd="0" presId="urn:microsoft.com/office/officeart/2005/8/layout/hierarchy2"/>
    <dgm:cxn modelId="{8912B5F0-98B5-4404-B793-C3CEE2730622}" type="presOf" srcId="{6AF74943-C915-4791-B8F6-A0C228787443}" destId="{EFB84FC0-ED00-49F3-95A1-7AE9FD26E9FD}" srcOrd="0" destOrd="0" presId="urn:microsoft.com/office/officeart/2005/8/layout/hierarchy2"/>
    <dgm:cxn modelId="{596E7AC2-17C5-47B6-9DC5-CC4E5BB88DE0}" type="presOf" srcId="{B8E12928-0A76-40DD-9F0E-C0F31B272E37}" destId="{9AE54D99-6B89-4C11-B95F-F7E8C3C9350F}" srcOrd="0" destOrd="0" presId="urn:microsoft.com/office/officeart/2005/8/layout/hierarchy2"/>
    <dgm:cxn modelId="{F929DCD4-4844-46DA-87A5-362834DA09CA}" type="presOf" srcId="{1DC6E19B-9DD4-4653-BE3A-809EF5B12B76}" destId="{932BA7D8-155B-4C92-962E-42A95917F590}" srcOrd="1" destOrd="0" presId="urn:microsoft.com/office/officeart/2005/8/layout/hierarchy2"/>
    <dgm:cxn modelId="{CDCD4B35-EFB2-4348-AFA0-D6992F145F6E}" type="presOf" srcId="{C42870A2-F598-4E6E-8FE5-CF94FA44B78C}" destId="{CE0FCAF0-C4EB-48DB-BCDC-6FE425367054}" srcOrd="0" destOrd="0" presId="urn:microsoft.com/office/officeart/2005/8/layout/hierarchy2"/>
    <dgm:cxn modelId="{D89D95E3-4CB9-45DB-828E-C81162F2B75B}" type="presOf" srcId="{BB630DF1-BA18-427F-A0C5-DD14376F3624}" destId="{44E5377E-630F-4BF0-BB8F-9F7DDF80C90E}" srcOrd="1" destOrd="0" presId="urn:microsoft.com/office/officeart/2005/8/layout/hierarchy2"/>
    <dgm:cxn modelId="{BA0BB3FE-867D-493E-9322-77C5F5C4B347}" type="presOf" srcId="{C55BAD87-B0D0-465F-AE14-E3FC21D68D69}" destId="{A12D8E6D-1302-4946-B775-2790A02168F8}" srcOrd="0" destOrd="0" presId="urn:microsoft.com/office/officeart/2005/8/layout/hierarchy2"/>
    <dgm:cxn modelId="{252C31D5-E2F9-498A-AC32-F0638791B4BC}" srcId="{F0468B03-8C26-48AD-8C79-D94AECF72B20}" destId="{2E55FC33-FA53-46B9-82ED-A5590DA89A0C}" srcOrd="1" destOrd="0" parTransId="{FFB4DA9F-EC26-4AF9-AA2B-A080C489B433}" sibTransId="{D4D873F7-6F5B-4145-B82C-991C2E44309E}"/>
    <dgm:cxn modelId="{BC0E35BC-267C-4594-8DB7-3BAADEC00C5F}" type="presOf" srcId="{FCB40247-DFD3-4B49-8DB3-5A8858EE1042}" destId="{38526325-99F9-4B19-B118-C4EE29157589}" srcOrd="0" destOrd="0" presId="urn:microsoft.com/office/officeart/2005/8/layout/hierarchy2"/>
    <dgm:cxn modelId="{9E90719D-011F-40CF-BC5B-0F547E916045}" srcId="{A4D0993C-B9A7-4C8C-ABE7-DD2461A3EFBB}" destId="{2398A9BD-D505-4F73-9660-0B9CF7A22EBC}" srcOrd="5" destOrd="0" parTransId="{3DF0C553-420B-4B30-A5A8-52DA29D4D511}" sibTransId="{C3551452-F2ED-4F4E-8C80-1ED8B4C39B49}"/>
    <dgm:cxn modelId="{C6718CE1-2B6A-40C0-AF5D-A39672BB6186}" type="presOf" srcId="{1EF7AD88-3CA8-4DA8-AD7D-0617CC45B326}" destId="{666CB92C-6015-4132-B1F7-3476EEA7018C}" srcOrd="1" destOrd="0" presId="urn:microsoft.com/office/officeart/2005/8/layout/hierarchy2"/>
    <dgm:cxn modelId="{E084BB54-635E-4636-93C3-666827DE82DE}" type="presOf" srcId="{2E55FC33-FA53-46B9-82ED-A5590DA89A0C}" destId="{644E46B5-B801-4891-90CF-EDD74F1F0A29}" srcOrd="0" destOrd="0" presId="urn:microsoft.com/office/officeart/2005/8/layout/hierarchy2"/>
    <dgm:cxn modelId="{3E76440E-0794-4D2D-9F43-41E436AF937E}" type="presOf" srcId="{41140D7D-48DE-4ED2-89DB-8AFEA3EB92AA}" destId="{A8CF38E6-838A-477E-8ED9-1A616E40954C}" srcOrd="1" destOrd="0" presId="urn:microsoft.com/office/officeart/2005/8/layout/hierarchy2"/>
    <dgm:cxn modelId="{53190D24-0D1D-43D0-9878-086D151B1E5B}" type="presOf" srcId="{C6CB9C19-BF9B-4582-AEFF-BCAA1A43B330}" destId="{AA10B536-D24F-464C-811E-CF460DE3105A}" srcOrd="0" destOrd="0" presId="urn:microsoft.com/office/officeart/2005/8/layout/hierarchy2"/>
    <dgm:cxn modelId="{9BB06769-410F-4CF0-B816-59754A02E2EA}" type="presOf" srcId="{FFB4DA9F-EC26-4AF9-AA2B-A080C489B433}" destId="{882FCAFC-97C6-49D6-B445-76C8D2613B0B}" srcOrd="0" destOrd="0" presId="urn:microsoft.com/office/officeart/2005/8/layout/hierarchy2"/>
    <dgm:cxn modelId="{896F678F-9A86-4596-AB94-B0656C28D42B}" type="presOf" srcId="{618F6967-4CD9-49A8-B77B-4924ABE37D8A}" destId="{9C4AD358-32A2-49A0-8ED2-500666A29171}" srcOrd="0" destOrd="0" presId="urn:microsoft.com/office/officeart/2005/8/layout/hierarchy2"/>
    <dgm:cxn modelId="{BF4392D0-C234-4122-B6B0-C2223667DBDF}" type="presOf" srcId="{FFB4DA9F-EC26-4AF9-AA2B-A080C489B433}" destId="{52E320F6-CF0C-468C-93E5-76480E24C9AD}" srcOrd="1" destOrd="0" presId="urn:microsoft.com/office/officeart/2005/8/layout/hierarchy2"/>
    <dgm:cxn modelId="{B5937EAE-8A38-48DB-A663-239E99DC5467}" srcId="{A10507B6-034F-4D4A-AADB-4240C3EA5F34}" destId="{A4D0993C-B9A7-4C8C-ABE7-DD2461A3EFBB}" srcOrd="0" destOrd="0" parTransId="{63923FE2-B5FB-40B8-911D-7B9D0AC7DA95}" sibTransId="{24571052-BA71-43C9-961D-9BC8A35B6D72}"/>
    <dgm:cxn modelId="{B86B073F-09A4-413E-B670-155FF03B51D4}" type="presOf" srcId="{96DD7339-9DB8-48CD-8B19-8933263FAD5D}" destId="{EE8BBE5E-EBFE-4217-A76F-03CB397BEDC9}" srcOrd="0" destOrd="0" presId="urn:microsoft.com/office/officeart/2005/8/layout/hierarchy2"/>
    <dgm:cxn modelId="{93E3B1B2-5A2D-4B03-977F-5F7A689A4674}" type="presOf" srcId="{A4D0993C-B9A7-4C8C-ABE7-DD2461A3EFBB}" destId="{145DB57D-D323-4EE8-A7DB-00AEDFC3705D}" srcOrd="0" destOrd="0" presId="urn:microsoft.com/office/officeart/2005/8/layout/hierarchy2"/>
    <dgm:cxn modelId="{31A8B0E4-1460-4B3A-A024-C8254D75C360}" type="presOf" srcId="{B3828096-FD24-4B62-A8F1-B057CB4CB925}" destId="{E06072F1-AD59-45E7-B723-076CAD629B55}" srcOrd="1" destOrd="0" presId="urn:microsoft.com/office/officeart/2005/8/layout/hierarchy2"/>
    <dgm:cxn modelId="{EC4E90AA-FB0C-426C-9F2D-75E383F49E39}" srcId="{F0468B03-8C26-48AD-8C79-D94AECF72B20}" destId="{96DD7339-9DB8-48CD-8B19-8933263FAD5D}" srcOrd="0" destOrd="0" parTransId="{FCB40247-DFD3-4B49-8DB3-5A8858EE1042}" sibTransId="{A9ED82E0-0BE8-4E35-942A-558EAC8C00D4}"/>
    <dgm:cxn modelId="{61079BEB-B6F5-4332-90FB-41D4D0126576}" type="presOf" srcId="{BBE5AE08-802E-41CE-BF91-B59CB3AB1A8D}" destId="{35C0DC92-E9F4-47A4-9934-3932EFDB41C0}" srcOrd="0" destOrd="0" presId="urn:microsoft.com/office/officeart/2005/8/layout/hierarchy2"/>
    <dgm:cxn modelId="{7BE45990-C213-407D-9AE0-F708D76340FE}" type="presOf" srcId="{1DC6E19B-9DD4-4653-BE3A-809EF5B12B76}" destId="{1BE098CA-541E-404D-A8D9-300D54258425}" srcOrd="0" destOrd="0" presId="urn:microsoft.com/office/officeart/2005/8/layout/hierarchy2"/>
    <dgm:cxn modelId="{671BE351-7675-48F9-99D3-9DDD78F074F5}" type="presParOf" srcId="{D6FA89C9-55CD-4ACC-B73A-987153ACE709}" destId="{1CD8986A-4F67-4086-8595-75C7EB787109}" srcOrd="0" destOrd="0" presId="urn:microsoft.com/office/officeart/2005/8/layout/hierarchy2"/>
    <dgm:cxn modelId="{97EBF5D1-2FE8-42CF-8571-E7DE8F5FB5CA}" type="presParOf" srcId="{1CD8986A-4F67-4086-8595-75C7EB787109}" destId="{9A6666E1-B905-4667-A161-65A892987E2A}" srcOrd="0" destOrd="0" presId="urn:microsoft.com/office/officeart/2005/8/layout/hierarchy2"/>
    <dgm:cxn modelId="{E8464A04-3D8D-42CC-9D4A-AEA7C1391D6B}" type="presParOf" srcId="{1CD8986A-4F67-4086-8595-75C7EB787109}" destId="{766D1874-64CA-439F-89A2-5717463F104E}" srcOrd="1" destOrd="0" presId="urn:microsoft.com/office/officeart/2005/8/layout/hierarchy2"/>
    <dgm:cxn modelId="{00FEFD77-C1FE-43CD-B988-5E0783617860}" type="presParOf" srcId="{766D1874-64CA-439F-89A2-5717463F104E}" destId="{22AD8111-3FF7-4FBE-9442-4FAFB4F21520}" srcOrd="0" destOrd="0" presId="urn:microsoft.com/office/officeart/2005/8/layout/hierarchy2"/>
    <dgm:cxn modelId="{EF765C26-86B5-4E93-A016-0B5F4B7DF930}" type="presParOf" srcId="{22AD8111-3FF7-4FBE-9442-4FAFB4F21520}" destId="{72DF6635-5032-4C59-AAB5-E862E89D6ABE}" srcOrd="0" destOrd="0" presId="urn:microsoft.com/office/officeart/2005/8/layout/hierarchy2"/>
    <dgm:cxn modelId="{1AB6A4DF-F3B6-49CE-B1DA-0BCE4E49ED28}" type="presParOf" srcId="{766D1874-64CA-439F-89A2-5717463F104E}" destId="{D581ED78-7195-434C-A093-8877DFB59057}" srcOrd="1" destOrd="0" presId="urn:microsoft.com/office/officeart/2005/8/layout/hierarchy2"/>
    <dgm:cxn modelId="{A96EF3C5-1F32-4989-BB99-3D1F518051B1}" type="presParOf" srcId="{D581ED78-7195-434C-A093-8877DFB59057}" destId="{145DB57D-D323-4EE8-A7DB-00AEDFC3705D}" srcOrd="0" destOrd="0" presId="urn:microsoft.com/office/officeart/2005/8/layout/hierarchy2"/>
    <dgm:cxn modelId="{9F33CD1E-5215-402A-B0E3-9E75AC8ED268}" type="presParOf" srcId="{D581ED78-7195-434C-A093-8877DFB59057}" destId="{58441BA9-3B05-43FB-A284-EA9FEFF37240}" srcOrd="1" destOrd="0" presId="urn:microsoft.com/office/officeart/2005/8/layout/hierarchy2"/>
    <dgm:cxn modelId="{6D905F65-88C6-49C7-9038-2CF51A90E5ED}" type="presParOf" srcId="{58441BA9-3B05-43FB-A284-EA9FEFF37240}" destId="{F85CE633-EFA8-49BF-A27A-8FFE66F2E900}" srcOrd="0" destOrd="0" presId="urn:microsoft.com/office/officeart/2005/8/layout/hierarchy2"/>
    <dgm:cxn modelId="{B2E28C9D-89C4-405B-A7A0-84EB9DB3D406}" type="presParOf" srcId="{F85CE633-EFA8-49BF-A27A-8FFE66F2E900}" destId="{E06072F1-AD59-45E7-B723-076CAD629B55}" srcOrd="0" destOrd="0" presId="urn:microsoft.com/office/officeart/2005/8/layout/hierarchy2"/>
    <dgm:cxn modelId="{534C7986-15C0-4E45-AB3B-638CCB769D48}" type="presParOf" srcId="{58441BA9-3B05-43FB-A284-EA9FEFF37240}" destId="{3E5DF8FE-3AEC-4915-B95F-784EB54A8CA1}" srcOrd="1" destOrd="0" presId="urn:microsoft.com/office/officeart/2005/8/layout/hierarchy2"/>
    <dgm:cxn modelId="{43E98C01-296C-4960-BCD7-2BC0B2039FCD}" type="presParOf" srcId="{3E5DF8FE-3AEC-4915-B95F-784EB54A8CA1}" destId="{62FC5627-53D8-4338-B44F-5E0772FD73D7}" srcOrd="0" destOrd="0" presId="urn:microsoft.com/office/officeart/2005/8/layout/hierarchy2"/>
    <dgm:cxn modelId="{6DCB1469-3CED-4DEA-894C-71DF164B0A8C}" type="presParOf" srcId="{3E5DF8FE-3AEC-4915-B95F-784EB54A8CA1}" destId="{C760C934-7C47-4429-945F-346AC05A2D62}" srcOrd="1" destOrd="0" presId="urn:microsoft.com/office/officeart/2005/8/layout/hierarchy2"/>
    <dgm:cxn modelId="{0EF626AE-A1D5-49AF-BCAD-EBF79715C839}" type="presParOf" srcId="{58441BA9-3B05-43FB-A284-EA9FEFF37240}" destId="{33C583A5-5DA0-4F51-9D7A-A0065C76816B}" srcOrd="2" destOrd="0" presId="urn:microsoft.com/office/officeart/2005/8/layout/hierarchy2"/>
    <dgm:cxn modelId="{D9EBF4ED-5081-4BBF-9F3B-184CDA3849DB}" type="presParOf" srcId="{33C583A5-5DA0-4F51-9D7A-A0065C76816B}" destId="{44E5377E-630F-4BF0-BB8F-9F7DDF80C90E}" srcOrd="0" destOrd="0" presId="urn:microsoft.com/office/officeart/2005/8/layout/hierarchy2"/>
    <dgm:cxn modelId="{8A55DC26-2EBB-4EB1-B9EB-2873BA9402D0}" type="presParOf" srcId="{58441BA9-3B05-43FB-A284-EA9FEFF37240}" destId="{A82D2FB9-B130-424D-93F7-6E20F85C819F}" srcOrd="3" destOrd="0" presId="urn:microsoft.com/office/officeart/2005/8/layout/hierarchy2"/>
    <dgm:cxn modelId="{7E3DE555-445D-4449-8ED3-EF6C6289CD17}" type="presParOf" srcId="{A82D2FB9-B130-424D-93F7-6E20F85C819F}" destId="{AA10B536-D24F-464C-811E-CF460DE3105A}" srcOrd="0" destOrd="0" presId="urn:microsoft.com/office/officeart/2005/8/layout/hierarchy2"/>
    <dgm:cxn modelId="{06001EF0-AD44-4F1F-8215-3E170D70C2B1}" type="presParOf" srcId="{A82D2FB9-B130-424D-93F7-6E20F85C819F}" destId="{F9EAB673-0BD5-4D29-AF60-6CFC21A2EF87}" srcOrd="1" destOrd="0" presId="urn:microsoft.com/office/officeart/2005/8/layout/hierarchy2"/>
    <dgm:cxn modelId="{5B725E33-B1E7-4177-866C-8C76768449A8}" type="presParOf" srcId="{58441BA9-3B05-43FB-A284-EA9FEFF37240}" destId="{CE0FCAF0-C4EB-48DB-BCDC-6FE425367054}" srcOrd="4" destOrd="0" presId="urn:microsoft.com/office/officeart/2005/8/layout/hierarchy2"/>
    <dgm:cxn modelId="{3A755B8F-9FAB-46C1-871C-31F8529951DF}" type="presParOf" srcId="{CE0FCAF0-C4EB-48DB-BCDC-6FE425367054}" destId="{AB26FFD2-F3CA-4DA1-821D-46E44AFD83E8}" srcOrd="0" destOrd="0" presId="urn:microsoft.com/office/officeart/2005/8/layout/hierarchy2"/>
    <dgm:cxn modelId="{5D405CD6-31BD-4EAF-A46A-5AE297D69871}" type="presParOf" srcId="{58441BA9-3B05-43FB-A284-EA9FEFF37240}" destId="{77F2164B-F5D0-430C-8DEE-901DCCA306FF}" srcOrd="5" destOrd="0" presId="urn:microsoft.com/office/officeart/2005/8/layout/hierarchy2"/>
    <dgm:cxn modelId="{86381A08-401F-4FB8-9A7F-561A15FF5A6D}" type="presParOf" srcId="{77F2164B-F5D0-430C-8DEE-901DCCA306FF}" destId="{35C0DC92-E9F4-47A4-9934-3932EFDB41C0}" srcOrd="0" destOrd="0" presId="urn:microsoft.com/office/officeart/2005/8/layout/hierarchy2"/>
    <dgm:cxn modelId="{BF656D92-DFE9-4BF3-9F7A-FB3920EF7A5C}" type="presParOf" srcId="{77F2164B-F5D0-430C-8DEE-901DCCA306FF}" destId="{CC5DA09F-7C7B-4419-8D97-AE2DE09E0B3E}" srcOrd="1" destOrd="0" presId="urn:microsoft.com/office/officeart/2005/8/layout/hierarchy2"/>
    <dgm:cxn modelId="{631CC5D0-BD1D-43E5-AD03-133820F9134E}" type="presParOf" srcId="{58441BA9-3B05-43FB-A284-EA9FEFF37240}" destId="{27DC27BC-714A-421B-9102-EF8590181352}" srcOrd="6" destOrd="0" presId="urn:microsoft.com/office/officeart/2005/8/layout/hierarchy2"/>
    <dgm:cxn modelId="{C0780DD5-CF7E-48A7-AEA9-A7155B905250}" type="presParOf" srcId="{27DC27BC-714A-421B-9102-EF8590181352}" destId="{666CB92C-6015-4132-B1F7-3476EEA7018C}" srcOrd="0" destOrd="0" presId="urn:microsoft.com/office/officeart/2005/8/layout/hierarchy2"/>
    <dgm:cxn modelId="{651DB3C0-336D-4D0F-A65A-BAB3054D3497}" type="presParOf" srcId="{58441BA9-3B05-43FB-A284-EA9FEFF37240}" destId="{4CEC9702-9623-456E-A3CD-618D696D5B4D}" srcOrd="7" destOrd="0" presId="urn:microsoft.com/office/officeart/2005/8/layout/hierarchy2"/>
    <dgm:cxn modelId="{33723AFE-A78F-4A20-8415-F69DA52B9A62}" type="presParOf" srcId="{4CEC9702-9623-456E-A3CD-618D696D5B4D}" destId="{85D51C3E-5108-4A9C-854C-CC4E039F00AB}" srcOrd="0" destOrd="0" presId="urn:microsoft.com/office/officeart/2005/8/layout/hierarchy2"/>
    <dgm:cxn modelId="{889572F5-7C0A-4817-95F1-3823CC1B3300}" type="presParOf" srcId="{4CEC9702-9623-456E-A3CD-618D696D5B4D}" destId="{166C6603-55E4-4F08-B4F0-6823E2900AC3}" srcOrd="1" destOrd="0" presId="urn:microsoft.com/office/officeart/2005/8/layout/hierarchy2"/>
    <dgm:cxn modelId="{9F5B7E9E-2A71-48BE-88F3-C57E0D6A9456}" type="presParOf" srcId="{58441BA9-3B05-43FB-A284-EA9FEFF37240}" destId="{B11A58C0-2F52-4DBE-971E-DC5B6B3E5149}" srcOrd="8" destOrd="0" presId="urn:microsoft.com/office/officeart/2005/8/layout/hierarchy2"/>
    <dgm:cxn modelId="{679748DB-D2DC-490F-BB3F-49817A8A61B5}" type="presParOf" srcId="{B11A58C0-2F52-4DBE-971E-DC5B6B3E5149}" destId="{A8CF38E6-838A-477E-8ED9-1A616E40954C}" srcOrd="0" destOrd="0" presId="urn:microsoft.com/office/officeart/2005/8/layout/hierarchy2"/>
    <dgm:cxn modelId="{15B5197F-E896-4110-8797-1C7CB8B83604}" type="presParOf" srcId="{58441BA9-3B05-43FB-A284-EA9FEFF37240}" destId="{D1DD34EA-3076-43B4-9A36-4202AFC56C29}" srcOrd="9" destOrd="0" presId="urn:microsoft.com/office/officeart/2005/8/layout/hierarchy2"/>
    <dgm:cxn modelId="{7570838B-E9EB-4832-AB79-16C74EFE3ABC}" type="presParOf" srcId="{D1DD34EA-3076-43B4-9A36-4202AFC56C29}" destId="{EFB84FC0-ED00-49F3-95A1-7AE9FD26E9FD}" srcOrd="0" destOrd="0" presId="urn:microsoft.com/office/officeart/2005/8/layout/hierarchy2"/>
    <dgm:cxn modelId="{38FCF833-C884-43CC-A1D2-82C98AE2F007}" type="presParOf" srcId="{D1DD34EA-3076-43B4-9A36-4202AFC56C29}" destId="{2FA65CE1-FBFE-4195-B1B7-795C8EF6428F}" srcOrd="1" destOrd="0" presId="urn:microsoft.com/office/officeart/2005/8/layout/hierarchy2"/>
    <dgm:cxn modelId="{28ABB684-2EB3-4991-887A-57BA2DE7F114}" type="presParOf" srcId="{58441BA9-3B05-43FB-A284-EA9FEFF37240}" destId="{22638C89-9A26-4320-9600-1FF54F6DF2C1}" srcOrd="10" destOrd="0" presId="urn:microsoft.com/office/officeart/2005/8/layout/hierarchy2"/>
    <dgm:cxn modelId="{D3CCDBB6-2966-4AC3-A4B7-EB68ABABD986}" type="presParOf" srcId="{22638C89-9A26-4320-9600-1FF54F6DF2C1}" destId="{122F211F-FA5C-4D05-9423-4F8BD53F1902}" srcOrd="0" destOrd="0" presId="urn:microsoft.com/office/officeart/2005/8/layout/hierarchy2"/>
    <dgm:cxn modelId="{30EA5FE9-8FCD-4C08-A5B7-7308E2A09F30}" type="presParOf" srcId="{58441BA9-3B05-43FB-A284-EA9FEFF37240}" destId="{FB7BFAB9-8707-4767-93F8-D8450AAFABBC}" srcOrd="11" destOrd="0" presId="urn:microsoft.com/office/officeart/2005/8/layout/hierarchy2"/>
    <dgm:cxn modelId="{EAC3B837-0BE8-43FD-AB19-77A55582BC98}" type="presParOf" srcId="{FB7BFAB9-8707-4767-93F8-D8450AAFABBC}" destId="{15F2431C-DB83-4731-BBA9-E3D45DC7C626}" srcOrd="0" destOrd="0" presId="urn:microsoft.com/office/officeart/2005/8/layout/hierarchy2"/>
    <dgm:cxn modelId="{36F567EF-8E6A-4608-BEC3-FBB7275FAD32}" type="presParOf" srcId="{FB7BFAB9-8707-4767-93F8-D8450AAFABBC}" destId="{89DBED67-C639-4C31-B25A-C3D8EBA2E483}" srcOrd="1" destOrd="0" presId="urn:microsoft.com/office/officeart/2005/8/layout/hierarchy2"/>
    <dgm:cxn modelId="{B38EB31F-C1C1-4DBC-BDC1-957749D1A38A}" type="presParOf" srcId="{766D1874-64CA-439F-89A2-5717463F104E}" destId="{3FB931C1-BF74-436D-957D-81D2614246BF}" srcOrd="2" destOrd="0" presId="urn:microsoft.com/office/officeart/2005/8/layout/hierarchy2"/>
    <dgm:cxn modelId="{52A046EB-9E6B-4AC4-9247-45E9B5218C32}" type="presParOf" srcId="{3FB931C1-BF74-436D-957D-81D2614246BF}" destId="{F6A78EAA-613B-4386-BD5A-D0A0481A7CBC}" srcOrd="0" destOrd="0" presId="urn:microsoft.com/office/officeart/2005/8/layout/hierarchy2"/>
    <dgm:cxn modelId="{0263597E-2BF6-439B-BB84-DDE85B3F1FE4}" type="presParOf" srcId="{766D1874-64CA-439F-89A2-5717463F104E}" destId="{DB4A1A59-FCF4-40C7-9330-D4824BAF5494}" srcOrd="3" destOrd="0" presId="urn:microsoft.com/office/officeart/2005/8/layout/hierarchy2"/>
    <dgm:cxn modelId="{1A7EC208-A146-4107-932B-AC2086C43ECF}" type="presParOf" srcId="{DB4A1A59-FCF4-40C7-9330-D4824BAF5494}" destId="{E9B83AF8-A83B-4311-9306-2CC2CAF71E1D}" srcOrd="0" destOrd="0" presId="urn:microsoft.com/office/officeart/2005/8/layout/hierarchy2"/>
    <dgm:cxn modelId="{070E5716-DF6D-440A-9DFF-3274ECC0B00A}" type="presParOf" srcId="{DB4A1A59-FCF4-40C7-9330-D4824BAF5494}" destId="{68F16C83-3498-49BC-969C-C73C7E6AD19C}" srcOrd="1" destOrd="0" presId="urn:microsoft.com/office/officeart/2005/8/layout/hierarchy2"/>
    <dgm:cxn modelId="{F3C2BFE7-C8D6-4170-9AA3-87994EE459D3}" type="presParOf" srcId="{68F16C83-3498-49BC-969C-C73C7E6AD19C}" destId="{38526325-99F9-4B19-B118-C4EE29157589}" srcOrd="0" destOrd="0" presId="urn:microsoft.com/office/officeart/2005/8/layout/hierarchy2"/>
    <dgm:cxn modelId="{C724E9C9-A206-4B95-BA75-6169C5FADF46}" type="presParOf" srcId="{38526325-99F9-4B19-B118-C4EE29157589}" destId="{B5F775A2-B886-4996-BCC6-43CB3CA7773F}" srcOrd="0" destOrd="0" presId="urn:microsoft.com/office/officeart/2005/8/layout/hierarchy2"/>
    <dgm:cxn modelId="{DC1C561E-8751-49CF-A12B-BCD139D790C3}" type="presParOf" srcId="{68F16C83-3498-49BC-969C-C73C7E6AD19C}" destId="{1F6AA852-C690-470E-9111-D646B41F6891}" srcOrd="1" destOrd="0" presId="urn:microsoft.com/office/officeart/2005/8/layout/hierarchy2"/>
    <dgm:cxn modelId="{2922BB31-4451-46ED-8CC6-1DC7C29C18BF}" type="presParOf" srcId="{1F6AA852-C690-470E-9111-D646B41F6891}" destId="{EE8BBE5E-EBFE-4217-A76F-03CB397BEDC9}" srcOrd="0" destOrd="0" presId="urn:microsoft.com/office/officeart/2005/8/layout/hierarchy2"/>
    <dgm:cxn modelId="{4A19F116-96F6-4B03-BB30-BD52B5EF8222}" type="presParOf" srcId="{1F6AA852-C690-470E-9111-D646B41F6891}" destId="{EBD0F440-2785-42E9-A4EC-A28B61681C92}" srcOrd="1" destOrd="0" presId="urn:microsoft.com/office/officeart/2005/8/layout/hierarchy2"/>
    <dgm:cxn modelId="{B2E27FEC-C042-4E17-AD97-1F50F2ABF8AE}" type="presParOf" srcId="{EBD0F440-2785-42E9-A4EC-A28B61681C92}" destId="{9AE54D99-6B89-4C11-B95F-F7E8C3C9350F}" srcOrd="0" destOrd="0" presId="urn:microsoft.com/office/officeart/2005/8/layout/hierarchy2"/>
    <dgm:cxn modelId="{B8655F1D-D500-4044-A833-C38C69AB0830}" type="presParOf" srcId="{9AE54D99-6B89-4C11-B95F-F7E8C3C9350F}" destId="{EB35D592-C482-4AE5-ABEB-5A06C2C0860E}" srcOrd="0" destOrd="0" presId="urn:microsoft.com/office/officeart/2005/8/layout/hierarchy2"/>
    <dgm:cxn modelId="{C89A256B-4BC5-4185-BAA7-48987E09EA47}" type="presParOf" srcId="{EBD0F440-2785-42E9-A4EC-A28B61681C92}" destId="{91F59FA4-493E-420D-AAA1-0B189003655F}" srcOrd="1" destOrd="0" presId="urn:microsoft.com/office/officeart/2005/8/layout/hierarchy2"/>
    <dgm:cxn modelId="{515D4887-CB71-4527-BE44-40D287B31E46}" type="presParOf" srcId="{91F59FA4-493E-420D-AAA1-0B189003655F}" destId="{9C4AD358-32A2-49A0-8ED2-500666A29171}" srcOrd="0" destOrd="0" presId="urn:microsoft.com/office/officeart/2005/8/layout/hierarchy2"/>
    <dgm:cxn modelId="{DDFBD923-25A8-4384-A05A-9585C96B0D3F}" type="presParOf" srcId="{91F59FA4-493E-420D-AAA1-0B189003655F}" destId="{92F8517A-B65A-43FE-AB28-447F38B75D95}" srcOrd="1" destOrd="0" presId="urn:microsoft.com/office/officeart/2005/8/layout/hierarchy2"/>
    <dgm:cxn modelId="{A6275282-4A35-42C1-9DFB-1E54E669A32B}" type="presParOf" srcId="{EBD0F440-2785-42E9-A4EC-A28B61681C92}" destId="{32CE6CD1-6533-42D5-B035-AADCB71C4413}" srcOrd="2" destOrd="0" presId="urn:microsoft.com/office/officeart/2005/8/layout/hierarchy2"/>
    <dgm:cxn modelId="{FA3F36C2-E44E-4AD8-B2C2-A1E2495565EE}" type="presParOf" srcId="{32CE6CD1-6533-42D5-B035-AADCB71C4413}" destId="{AE141944-A9EB-4AED-B0B4-B2F90491983A}" srcOrd="0" destOrd="0" presId="urn:microsoft.com/office/officeart/2005/8/layout/hierarchy2"/>
    <dgm:cxn modelId="{A1D2F6D6-F6AA-4C06-9E9E-46DF36B89EDA}" type="presParOf" srcId="{EBD0F440-2785-42E9-A4EC-A28B61681C92}" destId="{8B13C998-03A3-4763-A09A-DFEABF47F7D9}" srcOrd="3" destOrd="0" presId="urn:microsoft.com/office/officeart/2005/8/layout/hierarchy2"/>
    <dgm:cxn modelId="{0B97C43F-2A4B-4116-BDC1-F666B07F6CCB}" type="presParOf" srcId="{8B13C998-03A3-4763-A09A-DFEABF47F7D9}" destId="{A12D8E6D-1302-4946-B775-2790A02168F8}" srcOrd="0" destOrd="0" presId="urn:microsoft.com/office/officeart/2005/8/layout/hierarchy2"/>
    <dgm:cxn modelId="{B5E97472-28ED-45EB-ADD7-6D9C5D2F0D9C}" type="presParOf" srcId="{8B13C998-03A3-4763-A09A-DFEABF47F7D9}" destId="{4D85AE33-DB32-40C1-832A-BE21EFDC8187}" srcOrd="1" destOrd="0" presId="urn:microsoft.com/office/officeart/2005/8/layout/hierarchy2"/>
    <dgm:cxn modelId="{D40C8B20-CD72-4384-A0EB-8DE98DDBF3F0}" type="presParOf" srcId="{68F16C83-3498-49BC-969C-C73C7E6AD19C}" destId="{882FCAFC-97C6-49D6-B445-76C8D2613B0B}" srcOrd="2" destOrd="0" presId="urn:microsoft.com/office/officeart/2005/8/layout/hierarchy2"/>
    <dgm:cxn modelId="{77E3A30E-DA13-4EE9-91A1-8C5239E44AD3}" type="presParOf" srcId="{882FCAFC-97C6-49D6-B445-76C8D2613B0B}" destId="{52E320F6-CF0C-468C-93E5-76480E24C9AD}" srcOrd="0" destOrd="0" presId="urn:microsoft.com/office/officeart/2005/8/layout/hierarchy2"/>
    <dgm:cxn modelId="{282A9EB0-38B0-4321-8361-A7D0B26D58AF}" type="presParOf" srcId="{68F16C83-3498-49BC-969C-C73C7E6AD19C}" destId="{D71DFA44-249B-4A14-A4CE-D3D494839DB7}" srcOrd="3" destOrd="0" presId="urn:microsoft.com/office/officeart/2005/8/layout/hierarchy2"/>
    <dgm:cxn modelId="{6A4FFC38-7915-4E05-8049-A91985E85B83}" type="presParOf" srcId="{D71DFA44-249B-4A14-A4CE-D3D494839DB7}" destId="{644E46B5-B801-4891-90CF-EDD74F1F0A29}" srcOrd="0" destOrd="0" presId="urn:microsoft.com/office/officeart/2005/8/layout/hierarchy2"/>
    <dgm:cxn modelId="{354539A8-9E80-4A23-A674-E2E4F77548C8}" type="presParOf" srcId="{D71DFA44-249B-4A14-A4CE-D3D494839DB7}" destId="{F206F920-4F91-4DBF-BD0F-39A412B5B881}" srcOrd="1" destOrd="0" presId="urn:microsoft.com/office/officeart/2005/8/layout/hierarchy2"/>
    <dgm:cxn modelId="{429CABCF-25DC-471B-9F95-D7E8F37558E3}" type="presParOf" srcId="{F206F920-4F91-4DBF-BD0F-39A412B5B881}" destId="{1BE098CA-541E-404D-A8D9-300D54258425}" srcOrd="0" destOrd="0" presId="urn:microsoft.com/office/officeart/2005/8/layout/hierarchy2"/>
    <dgm:cxn modelId="{5348D7FE-ED0A-4340-8CC2-7DA917E0B3E2}" type="presParOf" srcId="{1BE098CA-541E-404D-A8D9-300D54258425}" destId="{932BA7D8-155B-4C92-962E-42A95917F590}" srcOrd="0" destOrd="0" presId="urn:microsoft.com/office/officeart/2005/8/layout/hierarchy2"/>
    <dgm:cxn modelId="{08933F06-1811-4958-AEBF-C85E0525C3B5}" type="presParOf" srcId="{F206F920-4F91-4DBF-BD0F-39A412B5B881}" destId="{66EAFC5A-614F-47D3-A54E-F1D204C3CAFD}" srcOrd="1" destOrd="0" presId="urn:microsoft.com/office/officeart/2005/8/layout/hierarchy2"/>
    <dgm:cxn modelId="{8071C438-1EC8-48C2-9326-6D2A06750A1D}" type="presParOf" srcId="{66EAFC5A-614F-47D3-A54E-F1D204C3CAFD}" destId="{EDF7DCF8-8C4E-43AC-83B4-91FB190AB007}" srcOrd="0" destOrd="0" presId="urn:microsoft.com/office/officeart/2005/8/layout/hierarchy2"/>
    <dgm:cxn modelId="{229DD15F-278A-4700-9441-1971C6328FEF}" type="presParOf" srcId="{66EAFC5A-614F-47D3-A54E-F1D204C3CAFD}" destId="{21EA07AA-5C09-473D-98A2-C8A429B0B371}" srcOrd="1" destOrd="0" presId="urn:microsoft.com/office/officeart/2005/8/layout/hierarchy2"/>
    <dgm:cxn modelId="{CA175BE0-BDD1-416F-8E0C-8D0D84E1E8DC}" type="presParOf" srcId="{F206F920-4F91-4DBF-BD0F-39A412B5B881}" destId="{71983C57-AF04-4053-B62E-2C9B760AC86C}" srcOrd="2" destOrd="0" presId="urn:microsoft.com/office/officeart/2005/8/layout/hierarchy2"/>
    <dgm:cxn modelId="{58337D3A-4CB6-432F-A7F3-1E20ADD977C2}" type="presParOf" srcId="{71983C57-AF04-4053-B62E-2C9B760AC86C}" destId="{013F6F49-0713-4FBB-893A-7E33F84C80FB}" srcOrd="0" destOrd="0" presId="urn:microsoft.com/office/officeart/2005/8/layout/hierarchy2"/>
    <dgm:cxn modelId="{057B6647-9199-46F7-BF6A-ED62128ADFD1}" type="presParOf" srcId="{F206F920-4F91-4DBF-BD0F-39A412B5B881}" destId="{A036D875-232F-473B-8A99-CA0C5D4E0392}" srcOrd="3" destOrd="0" presId="urn:microsoft.com/office/officeart/2005/8/layout/hierarchy2"/>
    <dgm:cxn modelId="{39AE04D5-8A4E-4820-AD11-5C305344784D}" type="presParOf" srcId="{A036D875-232F-473B-8A99-CA0C5D4E0392}" destId="{A845A0C3-DFE8-4A22-BA6E-0DAC22503818}" srcOrd="0" destOrd="0" presId="urn:microsoft.com/office/officeart/2005/8/layout/hierarchy2"/>
    <dgm:cxn modelId="{B78AFA18-BF6B-46C0-8682-FA6266E27F01}" type="presParOf" srcId="{A036D875-232F-473B-8A99-CA0C5D4E0392}" destId="{64AEAE17-5072-4097-B9B6-8E710217182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6666E1-B905-4667-A161-65A892987E2A}">
      <dsp:nvSpPr>
        <dsp:cNvPr id="0" name=""/>
        <dsp:cNvSpPr/>
      </dsp:nvSpPr>
      <dsp:spPr>
        <a:xfrm>
          <a:off x="7136" y="3002297"/>
          <a:ext cx="2317337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Software</a:t>
          </a:r>
        </a:p>
      </dsp:txBody>
      <dsp:txXfrm>
        <a:off x="19046" y="3014207"/>
        <a:ext cx="2293517" cy="382808"/>
      </dsp:txXfrm>
    </dsp:sp>
    <dsp:sp modelId="{22AD8111-3FF7-4FBE-9442-4FAFB4F21520}">
      <dsp:nvSpPr>
        <dsp:cNvPr id="0" name=""/>
        <dsp:cNvSpPr/>
      </dsp:nvSpPr>
      <dsp:spPr>
        <a:xfrm rot="17132988">
          <a:off x="1880388" y="2614925"/>
          <a:ext cx="1213473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1213473" y="615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456788" y="2590745"/>
        <a:ext cx="60673" cy="60673"/>
      </dsp:txXfrm>
    </dsp:sp>
    <dsp:sp modelId="{145DB57D-D323-4EE8-A7DB-00AEDFC3705D}">
      <dsp:nvSpPr>
        <dsp:cNvPr id="0" name=""/>
        <dsp:cNvSpPr/>
      </dsp:nvSpPr>
      <dsp:spPr>
        <a:xfrm>
          <a:off x="2649776" y="1833239"/>
          <a:ext cx="1639072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System S/W</a:t>
          </a:r>
        </a:p>
      </dsp:txBody>
      <dsp:txXfrm>
        <a:off x="2661686" y="1845149"/>
        <a:ext cx="1615252" cy="382808"/>
      </dsp:txXfrm>
    </dsp:sp>
    <dsp:sp modelId="{F85CE633-EFA8-49BF-A27A-8FFE66F2E900}">
      <dsp:nvSpPr>
        <dsp:cNvPr id="0" name=""/>
        <dsp:cNvSpPr/>
      </dsp:nvSpPr>
      <dsp:spPr>
        <a:xfrm rot="17132988">
          <a:off x="3844763" y="1445867"/>
          <a:ext cx="1213473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1213473" y="61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421163" y="1421687"/>
        <a:ext cx="60673" cy="60673"/>
      </dsp:txXfrm>
    </dsp:sp>
    <dsp:sp modelId="{62FC5627-53D8-4338-B44F-5E0772FD73D7}">
      <dsp:nvSpPr>
        <dsp:cNvPr id="0" name=""/>
        <dsp:cNvSpPr/>
      </dsp:nvSpPr>
      <dsp:spPr>
        <a:xfrm>
          <a:off x="4614151" y="664181"/>
          <a:ext cx="2862260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Operating System</a:t>
          </a:r>
        </a:p>
      </dsp:txBody>
      <dsp:txXfrm>
        <a:off x="4626061" y="676091"/>
        <a:ext cx="2838440" cy="382808"/>
      </dsp:txXfrm>
    </dsp:sp>
    <dsp:sp modelId="{33C583A5-5DA0-4F51-9D7A-A0065C76816B}">
      <dsp:nvSpPr>
        <dsp:cNvPr id="0" name=""/>
        <dsp:cNvSpPr/>
      </dsp:nvSpPr>
      <dsp:spPr>
        <a:xfrm rot="17692822">
          <a:off x="4064901" y="1679679"/>
          <a:ext cx="773196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773196" y="61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432170" y="1666506"/>
        <a:ext cx="38659" cy="38659"/>
      </dsp:txXfrm>
    </dsp:sp>
    <dsp:sp modelId="{AA10B536-D24F-464C-811E-CF460DE3105A}">
      <dsp:nvSpPr>
        <dsp:cNvPr id="0" name=""/>
        <dsp:cNvSpPr/>
      </dsp:nvSpPr>
      <dsp:spPr>
        <a:xfrm>
          <a:off x="4614151" y="1131804"/>
          <a:ext cx="2869685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Utility Programs</a:t>
          </a:r>
        </a:p>
      </dsp:txBody>
      <dsp:txXfrm>
        <a:off x="4626061" y="1143714"/>
        <a:ext cx="2845865" cy="382808"/>
      </dsp:txXfrm>
    </dsp:sp>
    <dsp:sp modelId="{CE0FCAF0-C4EB-48DB-BCDC-6FE425367054}">
      <dsp:nvSpPr>
        <dsp:cNvPr id="0" name=""/>
        <dsp:cNvSpPr/>
      </dsp:nvSpPr>
      <dsp:spPr>
        <a:xfrm rot="19457599">
          <a:off x="4251194" y="1913490"/>
          <a:ext cx="400611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400611" y="61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441484" y="1909632"/>
        <a:ext cx="20030" cy="20030"/>
      </dsp:txXfrm>
    </dsp:sp>
    <dsp:sp modelId="{35C0DC92-E9F4-47A4-9934-3932EFDB41C0}">
      <dsp:nvSpPr>
        <dsp:cNvPr id="0" name=""/>
        <dsp:cNvSpPr/>
      </dsp:nvSpPr>
      <dsp:spPr>
        <a:xfrm>
          <a:off x="4614151" y="1599427"/>
          <a:ext cx="2906005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Language Translators</a:t>
          </a:r>
        </a:p>
      </dsp:txBody>
      <dsp:txXfrm>
        <a:off x="4626061" y="1611337"/>
        <a:ext cx="2882185" cy="382808"/>
      </dsp:txXfrm>
    </dsp:sp>
    <dsp:sp modelId="{27DC27BC-714A-421B-9102-EF8590181352}">
      <dsp:nvSpPr>
        <dsp:cNvPr id="0" name=""/>
        <dsp:cNvSpPr/>
      </dsp:nvSpPr>
      <dsp:spPr>
        <a:xfrm rot="2142401">
          <a:off x="4251194" y="2147302"/>
          <a:ext cx="400611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400611" y="61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441484" y="2143444"/>
        <a:ext cx="20030" cy="20030"/>
      </dsp:txXfrm>
    </dsp:sp>
    <dsp:sp modelId="{85D51C3E-5108-4A9C-854C-CC4E039F00AB}">
      <dsp:nvSpPr>
        <dsp:cNvPr id="0" name=""/>
        <dsp:cNvSpPr/>
      </dsp:nvSpPr>
      <dsp:spPr>
        <a:xfrm>
          <a:off x="4614151" y="2067050"/>
          <a:ext cx="2929305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Bootstrap loaders</a:t>
          </a:r>
        </a:p>
      </dsp:txBody>
      <dsp:txXfrm>
        <a:off x="4626061" y="2078960"/>
        <a:ext cx="2905485" cy="382808"/>
      </dsp:txXfrm>
    </dsp:sp>
    <dsp:sp modelId="{B11A58C0-2F52-4DBE-971E-DC5B6B3E5149}">
      <dsp:nvSpPr>
        <dsp:cNvPr id="0" name=""/>
        <dsp:cNvSpPr/>
      </dsp:nvSpPr>
      <dsp:spPr>
        <a:xfrm rot="3907178">
          <a:off x="4064901" y="2381113"/>
          <a:ext cx="773196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773196" y="61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432170" y="2367941"/>
        <a:ext cx="38659" cy="38659"/>
      </dsp:txXfrm>
    </dsp:sp>
    <dsp:sp modelId="{EFB84FC0-ED00-49F3-95A1-7AE9FD26E9FD}">
      <dsp:nvSpPr>
        <dsp:cNvPr id="0" name=""/>
        <dsp:cNvSpPr/>
      </dsp:nvSpPr>
      <dsp:spPr>
        <a:xfrm>
          <a:off x="4614151" y="2534674"/>
          <a:ext cx="2947855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Diagnostic routine</a:t>
          </a:r>
        </a:p>
      </dsp:txBody>
      <dsp:txXfrm>
        <a:off x="4626061" y="2546584"/>
        <a:ext cx="2924035" cy="382808"/>
      </dsp:txXfrm>
    </dsp:sp>
    <dsp:sp modelId="{22638C89-9A26-4320-9600-1FF54F6DF2C1}">
      <dsp:nvSpPr>
        <dsp:cNvPr id="0" name=""/>
        <dsp:cNvSpPr/>
      </dsp:nvSpPr>
      <dsp:spPr>
        <a:xfrm rot="4467012">
          <a:off x="3844763" y="2614925"/>
          <a:ext cx="1213473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1213473" y="61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421163" y="2590745"/>
        <a:ext cx="60673" cy="60673"/>
      </dsp:txXfrm>
    </dsp:sp>
    <dsp:sp modelId="{15F2431C-DB83-4731-BBA9-E3D45DC7C626}">
      <dsp:nvSpPr>
        <dsp:cNvPr id="0" name=""/>
        <dsp:cNvSpPr/>
      </dsp:nvSpPr>
      <dsp:spPr>
        <a:xfrm>
          <a:off x="4614151" y="3002297"/>
          <a:ext cx="2974278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Database Management Software</a:t>
          </a:r>
        </a:p>
      </dsp:txBody>
      <dsp:txXfrm>
        <a:off x="4626061" y="3014207"/>
        <a:ext cx="2950458" cy="382808"/>
      </dsp:txXfrm>
    </dsp:sp>
    <dsp:sp modelId="{3FB931C1-BF74-436D-957D-81D2614246BF}">
      <dsp:nvSpPr>
        <dsp:cNvPr id="0" name=""/>
        <dsp:cNvSpPr/>
      </dsp:nvSpPr>
      <dsp:spPr>
        <a:xfrm rot="4467012">
          <a:off x="1880388" y="3783983"/>
          <a:ext cx="1213473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1213473" y="615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456788" y="3759803"/>
        <a:ext cx="60673" cy="60673"/>
      </dsp:txXfrm>
    </dsp:sp>
    <dsp:sp modelId="{E9B83AF8-A83B-4311-9306-2CC2CAF71E1D}">
      <dsp:nvSpPr>
        <dsp:cNvPr id="0" name=""/>
        <dsp:cNvSpPr/>
      </dsp:nvSpPr>
      <dsp:spPr>
        <a:xfrm>
          <a:off x="2649776" y="4171355"/>
          <a:ext cx="1424396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Application S\W</a:t>
          </a:r>
        </a:p>
      </dsp:txBody>
      <dsp:txXfrm>
        <a:off x="2661686" y="4183265"/>
        <a:ext cx="1400576" cy="382808"/>
      </dsp:txXfrm>
    </dsp:sp>
    <dsp:sp modelId="{38526325-99F9-4B19-B118-C4EE29157589}">
      <dsp:nvSpPr>
        <dsp:cNvPr id="0" name=""/>
        <dsp:cNvSpPr/>
      </dsp:nvSpPr>
      <dsp:spPr>
        <a:xfrm rot="18289469">
          <a:off x="3952002" y="4134700"/>
          <a:ext cx="569643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569643" y="61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222583" y="4126616"/>
        <a:ext cx="28482" cy="28482"/>
      </dsp:txXfrm>
    </dsp:sp>
    <dsp:sp modelId="{EE8BBE5E-EBFE-4217-A76F-03CB397BEDC9}">
      <dsp:nvSpPr>
        <dsp:cNvPr id="0" name=""/>
        <dsp:cNvSpPr/>
      </dsp:nvSpPr>
      <dsp:spPr>
        <a:xfrm>
          <a:off x="4399475" y="3703731"/>
          <a:ext cx="1591553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Packages</a:t>
          </a:r>
        </a:p>
      </dsp:txBody>
      <dsp:txXfrm>
        <a:off x="4411385" y="3715641"/>
        <a:ext cx="1567733" cy="382808"/>
      </dsp:txXfrm>
    </dsp:sp>
    <dsp:sp modelId="{9AE54D99-6B89-4C11-B95F-F7E8C3C9350F}">
      <dsp:nvSpPr>
        <dsp:cNvPr id="0" name=""/>
        <dsp:cNvSpPr/>
      </dsp:nvSpPr>
      <dsp:spPr>
        <a:xfrm rot="19457599">
          <a:off x="5953374" y="3783983"/>
          <a:ext cx="400611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400611" y="61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6143665" y="3780125"/>
        <a:ext cx="20030" cy="20030"/>
      </dsp:txXfrm>
    </dsp:sp>
    <dsp:sp modelId="{9C4AD358-32A2-49A0-8ED2-500666A29171}">
      <dsp:nvSpPr>
        <dsp:cNvPr id="0" name=""/>
        <dsp:cNvSpPr/>
      </dsp:nvSpPr>
      <dsp:spPr>
        <a:xfrm>
          <a:off x="6316332" y="3469920"/>
          <a:ext cx="2403282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Special Purpose Packages</a:t>
          </a:r>
        </a:p>
      </dsp:txBody>
      <dsp:txXfrm>
        <a:off x="6328242" y="3481830"/>
        <a:ext cx="2379462" cy="382808"/>
      </dsp:txXfrm>
    </dsp:sp>
    <dsp:sp modelId="{32CE6CD1-6533-42D5-B035-AADCB71C4413}">
      <dsp:nvSpPr>
        <dsp:cNvPr id="0" name=""/>
        <dsp:cNvSpPr/>
      </dsp:nvSpPr>
      <dsp:spPr>
        <a:xfrm rot="2142401">
          <a:off x="5953374" y="4017794"/>
          <a:ext cx="400611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400611" y="61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6143665" y="4013936"/>
        <a:ext cx="20030" cy="20030"/>
      </dsp:txXfrm>
    </dsp:sp>
    <dsp:sp modelId="{A12D8E6D-1302-4946-B775-2790A02168F8}">
      <dsp:nvSpPr>
        <dsp:cNvPr id="0" name=""/>
        <dsp:cNvSpPr/>
      </dsp:nvSpPr>
      <dsp:spPr>
        <a:xfrm>
          <a:off x="6316332" y="3937543"/>
          <a:ext cx="2457957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General Purpose Packages</a:t>
          </a:r>
        </a:p>
      </dsp:txBody>
      <dsp:txXfrm>
        <a:off x="6328242" y="3949453"/>
        <a:ext cx="2434137" cy="382808"/>
      </dsp:txXfrm>
    </dsp:sp>
    <dsp:sp modelId="{882FCAFC-97C6-49D6-B445-76C8D2613B0B}">
      <dsp:nvSpPr>
        <dsp:cNvPr id="0" name=""/>
        <dsp:cNvSpPr/>
      </dsp:nvSpPr>
      <dsp:spPr>
        <a:xfrm rot="3310531">
          <a:off x="3952002" y="4602323"/>
          <a:ext cx="569643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569643" y="61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222583" y="4594239"/>
        <a:ext cx="28482" cy="28482"/>
      </dsp:txXfrm>
    </dsp:sp>
    <dsp:sp modelId="{644E46B5-B801-4891-90CF-EDD74F1F0A29}">
      <dsp:nvSpPr>
        <dsp:cNvPr id="0" name=""/>
        <dsp:cNvSpPr/>
      </dsp:nvSpPr>
      <dsp:spPr>
        <a:xfrm>
          <a:off x="4399475" y="4638978"/>
          <a:ext cx="1565439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Languages</a:t>
          </a:r>
        </a:p>
      </dsp:txBody>
      <dsp:txXfrm>
        <a:off x="4411385" y="4650888"/>
        <a:ext cx="1541619" cy="382808"/>
      </dsp:txXfrm>
    </dsp:sp>
    <dsp:sp modelId="{1BE098CA-541E-404D-A8D9-300D54258425}">
      <dsp:nvSpPr>
        <dsp:cNvPr id="0" name=""/>
        <dsp:cNvSpPr/>
      </dsp:nvSpPr>
      <dsp:spPr>
        <a:xfrm rot="19457599">
          <a:off x="5927261" y="4719229"/>
          <a:ext cx="400611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400611" y="61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6117551" y="4715371"/>
        <a:ext cx="20030" cy="20030"/>
      </dsp:txXfrm>
    </dsp:sp>
    <dsp:sp modelId="{EDF7DCF8-8C4E-43AC-83B4-91FB190AB007}">
      <dsp:nvSpPr>
        <dsp:cNvPr id="0" name=""/>
        <dsp:cNvSpPr/>
      </dsp:nvSpPr>
      <dsp:spPr>
        <a:xfrm>
          <a:off x="6290218" y="4405166"/>
          <a:ext cx="2539128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Highlevel Languages</a:t>
          </a:r>
        </a:p>
      </dsp:txBody>
      <dsp:txXfrm>
        <a:off x="6302128" y="4417076"/>
        <a:ext cx="2515308" cy="382808"/>
      </dsp:txXfrm>
    </dsp:sp>
    <dsp:sp modelId="{71983C57-AF04-4053-B62E-2C9B760AC86C}">
      <dsp:nvSpPr>
        <dsp:cNvPr id="0" name=""/>
        <dsp:cNvSpPr/>
      </dsp:nvSpPr>
      <dsp:spPr>
        <a:xfrm rot="2142401">
          <a:off x="5927261" y="4953041"/>
          <a:ext cx="400611" cy="12314"/>
        </a:xfrm>
        <a:custGeom>
          <a:avLst/>
          <a:gdLst/>
          <a:ahLst/>
          <a:cxnLst/>
          <a:rect l="0" t="0" r="0" b="0"/>
          <a:pathLst>
            <a:path>
              <a:moveTo>
                <a:pt x="0" y="6157"/>
              </a:moveTo>
              <a:lnTo>
                <a:pt x="400611" y="61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6117551" y="4949183"/>
        <a:ext cx="20030" cy="20030"/>
      </dsp:txXfrm>
    </dsp:sp>
    <dsp:sp modelId="{A845A0C3-DFE8-4A22-BA6E-0DAC22503818}">
      <dsp:nvSpPr>
        <dsp:cNvPr id="0" name=""/>
        <dsp:cNvSpPr/>
      </dsp:nvSpPr>
      <dsp:spPr>
        <a:xfrm>
          <a:off x="6290218" y="4872789"/>
          <a:ext cx="2541844" cy="406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Lowlevel Languages</a:t>
          </a:r>
        </a:p>
      </dsp:txBody>
      <dsp:txXfrm>
        <a:off x="6302128" y="4884699"/>
        <a:ext cx="2518024" cy="382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t>5/24/2018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01 -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3000" y="2514600"/>
            <a:ext cx="3886200" cy="1981199"/>
          </a:xfrm>
        </p:spPr>
        <p:txBody>
          <a:bodyPr>
            <a:normAutofit fontScale="90000"/>
          </a:bodyPr>
          <a:lstStyle/>
          <a:p>
            <a:r>
              <a:rPr lang="en-US" b="1" smtClean="0"/>
              <a:t>HNDIT1101: </a:t>
            </a:r>
            <a:r>
              <a:rPr lang="en-US" b="1" dirty="0"/>
              <a:t>Personal Computer Applications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 Aims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develop skills and knowledge required in using computers in an office environment for general office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29099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At the end of the module the student will be able to</a:t>
            </a:r>
            <a:r>
              <a:rPr lang="en-GB" dirty="0" smtClean="0"/>
              <a:t>:</a:t>
            </a:r>
          </a:p>
          <a:p>
            <a:pPr lvl="1"/>
            <a:r>
              <a:rPr lang="en-US" dirty="0"/>
              <a:t>Describe suitable types of software for general office activities and simple work </a:t>
            </a:r>
            <a:r>
              <a:rPr lang="en-US" dirty="0" smtClean="0"/>
              <a:t>automation.</a:t>
            </a:r>
          </a:p>
          <a:p>
            <a:pPr lvl="1"/>
            <a:r>
              <a:rPr lang="en-US" dirty="0"/>
              <a:t>Effectively use a word processing </a:t>
            </a:r>
            <a:r>
              <a:rPr lang="en-US" dirty="0" smtClean="0"/>
              <a:t>software.</a:t>
            </a:r>
          </a:p>
          <a:p>
            <a:pPr lvl="1"/>
            <a:r>
              <a:rPr lang="en-US" dirty="0"/>
              <a:t>Effectively use a spreadsheet software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/>
            <a:r>
              <a:rPr lang="en-US" dirty="0"/>
              <a:t>Prepare effective presentations using Presentation  software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/>
            <a:r>
              <a:rPr lang="en-US" dirty="0"/>
              <a:t>Create and use simple databases on desktop environments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/>
            <a:endParaRPr lang="en-GB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75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Outline Syllabus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Office Productivity </a:t>
            </a:r>
            <a:r>
              <a:rPr lang="en-US" dirty="0" smtClean="0"/>
              <a:t>software</a:t>
            </a:r>
          </a:p>
          <a:p>
            <a:r>
              <a:rPr lang="en-US" dirty="0"/>
              <a:t>Word processing </a:t>
            </a:r>
            <a:r>
              <a:rPr lang="en-US" dirty="0" smtClean="0"/>
              <a:t>software</a:t>
            </a:r>
          </a:p>
          <a:p>
            <a:r>
              <a:rPr lang="en-US" dirty="0" smtClean="0"/>
              <a:t>Spreadsheets</a:t>
            </a:r>
          </a:p>
          <a:p>
            <a:r>
              <a:rPr lang="en-US" dirty="0"/>
              <a:t>Presentation </a:t>
            </a:r>
            <a:r>
              <a:rPr lang="en-US" dirty="0" smtClean="0"/>
              <a:t>software</a:t>
            </a:r>
          </a:p>
          <a:p>
            <a:r>
              <a:rPr lang="en-US" dirty="0"/>
              <a:t>Database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68690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Assessment and Weighting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407845"/>
              </p:ext>
            </p:extLst>
          </p:nvPr>
        </p:nvGraphicFramePr>
        <p:xfrm>
          <a:off x="609600" y="1905001"/>
          <a:ext cx="8077201" cy="3656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8400"/>
                <a:gridCol w="4428284"/>
                <a:gridCol w="1210517"/>
              </a:tblGrid>
              <a:tr h="63889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 dirty="0">
                          <a:effectLst/>
                        </a:rPr>
                        <a:t>Continuous Assessment</a:t>
                      </a:r>
                      <a:endParaRPr lang="en-US" sz="28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>
                          <a:effectLst/>
                        </a:rPr>
                        <a:t>Lab Assignment 1 - Individual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>
                          <a:effectLst/>
                        </a:rPr>
                        <a:t>20%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/>
                </a:tc>
              </a:tr>
              <a:tr h="6388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>
                          <a:effectLst/>
                        </a:rPr>
                        <a:t>Lab Assignment 2 - Individual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>
                          <a:effectLst/>
                        </a:rPr>
                        <a:t>20%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/>
                </a:tc>
              </a:tr>
              <a:tr h="6388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 dirty="0">
                          <a:effectLst/>
                        </a:rPr>
                        <a:t>Lab Assignment 3 - Group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 dirty="0">
                          <a:effectLst/>
                        </a:rPr>
                        <a:t>10%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/>
                </a:tc>
              </a:tr>
              <a:tr h="6388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>
                          <a:effectLst/>
                        </a:rPr>
                        <a:t>End of semester examination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 dirty="0">
                          <a:effectLst/>
                        </a:rPr>
                        <a:t>Final Structured Paper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 dirty="0">
                          <a:effectLst/>
                        </a:rPr>
                        <a:t>50%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643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productivity tools 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Week 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54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Computer Software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/>
          </p:nvPr>
        </p:nvGraphicFramePr>
        <p:xfrm>
          <a:off x="304800" y="1371600"/>
          <a:ext cx="8839200" cy="594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271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183880" cy="4187952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Why we need office productivity tools?</a:t>
            </a:r>
          </a:p>
          <a:p>
            <a:endParaRPr lang="en-US" dirty="0" smtClean="0"/>
          </a:p>
          <a:p>
            <a:pPr algn="just">
              <a:buNone/>
            </a:pPr>
            <a:r>
              <a:rPr lang="en-US" dirty="0" smtClean="0"/>
              <a:t>	Office Productivity tools are used to create, view and modify a document to make it suite for it’s purpose.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81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Office productivity applications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Office Productivity Application is a programs that help users produce things such as documents, databases, graphs, worksheets and presentations.</a:t>
            </a:r>
          </a:p>
          <a:p>
            <a:pPr lvl="1"/>
            <a:r>
              <a:rPr lang="en-US" dirty="0" err="1" smtClean="0"/>
              <a:t>OpenOffice</a:t>
            </a:r>
            <a:endParaRPr lang="en-US" dirty="0" smtClean="0"/>
          </a:p>
          <a:p>
            <a:pPr lvl="1"/>
            <a:r>
              <a:rPr lang="en-US" dirty="0" smtClean="0"/>
              <a:t> Microsoft Office</a:t>
            </a:r>
          </a:p>
          <a:p>
            <a:pPr lvl="1"/>
            <a:r>
              <a:rPr lang="en-US" dirty="0" err="1" smtClean="0"/>
              <a:t>Zoho</a:t>
            </a:r>
            <a:endParaRPr lang="en-US" dirty="0" smtClean="0"/>
          </a:p>
          <a:p>
            <a:pPr lvl="1"/>
            <a:r>
              <a:rPr lang="en-US" dirty="0" err="1" smtClean="0"/>
              <a:t>Quickoffice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399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office productivity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Word processing</a:t>
            </a:r>
          </a:p>
          <a:p>
            <a:pPr lvl="1"/>
            <a:r>
              <a:rPr lang="en-US" dirty="0" smtClean="0"/>
              <a:t>Microsoft word, Google docs, Pages(Apple), </a:t>
            </a:r>
            <a:r>
              <a:rPr lang="en-US" dirty="0" err="1" smtClean="0"/>
              <a:t>AbiWord</a:t>
            </a:r>
            <a:endParaRPr lang="en-US" dirty="0" smtClean="0"/>
          </a:p>
          <a:p>
            <a:r>
              <a:rPr lang="en-US" dirty="0" smtClean="0"/>
              <a:t>Spread Sheet</a:t>
            </a:r>
          </a:p>
          <a:p>
            <a:pPr lvl="1"/>
            <a:r>
              <a:rPr lang="en-US" dirty="0" smtClean="0"/>
              <a:t>MS Excel, </a:t>
            </a:r>
            <a:r>
              <a:rPr lang="en-US" dirty="0" err="1" smtClean="0"/>
              <a:t>Calc</a:t>
            </a:r>
            <a:r>
              <a:rPr lang="en-US" dirty="0" smtClean="0"/>
              <a:t> (</a:t>
            </a:r>
            <a:r>
              <a:rPr lang="en-US" dirty="0" err="1" smtClean="0"/>
              <a:t>openoffice</a:t>
            </a:r>
            <a:r>
              <a:rPr lang="en-US" dirty="0" smtClean="0"/>
              <a:t>), Number(Apple), Sheets(Google docs)</a:t>
            </a:r>
          </a:p>
          <a:p>
            <a:r>
              <a:rPr lang="en-US" dirty="0" smtClean="0"/>
              <a:t>Presentation</a:t>
            </a:r>
          </a:p>
          <a:p>
            <a:pPr lvl="1"/>
            <a:r>
              <a:rPr lang="en-US" dirty="0" smtClean="0"/>
              <a:t>MS PowerPoint, </a:t>
            </a:r>
            <a:r>
              <a:rPr lang="en-US" dirty="0" err="1" smtClean="0"/>
              <a:t>Prezi</a:t>
            </a:r>
            <a:r>
              <a:rPr lang="en-US" dirty="0" smtClean="0"/>
              <a:t>, keynote(Apple), Impress (Open office)</a:t>
            </a:r>
          </a:p>
          <a:p>
            <a:r>
              <a:rPr lang="en-US" dirty="0" smtClean="0"/>
              <a:t>Database Management</a:t>
            </a:r>
          </a:p>
          <a:p>
            <a:pPr lvl="1"/>
            <a:r>
              <a:rPr lang="en-US" dirty="0" smtClean="0"/>
              <a:t>MS Access, SQL server, </a:t>
            </a:r>
            <a:r>
              <a:rPr lang="en-US" dirty="0" err="1" smtClean="0"/>
              <a:t>Oracal</a:t>
            </a:r>
            <a:r>
              <a:rPr lang="en-US" dirty="0" smtClean="0"/>
              <a:t>, My SQL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892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183880" cy="312724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What are the office productivity tools available currently. List down. 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Complete the following table by using identified packages and its purpose</a:t>
            </a:r>
            <a:endParaRPr lang="en-US" sz="24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183880" cy="74676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Question 1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3657600"/>
          <a:ext cx="8153400" cy="3027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/>
                <a:gridCol w="2717800"/>
                <a:gridCol w="2717800"/>
              </a:tblGrid>
              <a:tr h="685797">
                <a:tc>
                  <a:txBody>
                    <a:bodyPr/>
                    <a:lstStyle/>
                    <a:p>
                      <a:r>
                        <a:rPr lang="en-US" dirty="0" smtClean="0"/>
                        <a:t>Package</a:t>
                      </a:r>
                      <a:r>
                        <a:rPr lang="en-US" baseline="0" dirty="0" smtClean="0"/>
                        <a:t>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Commonly used (Places)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</a:tr>
              <a:tr h="585536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</a:tr>
              <a:tr h="585536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</a:tr>
              <a:tr h="585536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</a:tr>
              <a:tr h="585536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6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List of Office Productivity Tools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89185"/>
            <a:ext cx="8229600" cy="4557346"/>
          </a:xfrm>
        </p:spPr>
        <p:txBody>
          <a:bodyPr/>
          <a:lstStyle/>
          <a:p>
            <a:r>
              <a:rPr lang="en-US" altLang="en-US" smtClean="0"/>
              <a:t>Free: </a:t>
            </a:r>
          </a:p>
          <a:p>
            <a:pPr lvl="1"/>
            <a:r>
              <a:rPr lang="en-US" altLang="en-US" smtClean="0"/>
              <a:t>Libre office</a:t>
            </a:r>
          </a:p>
          <a:p>
            <a:pPr lvl="1"/>
            <a:r>
              <a:rPr lang="en-US" altLang="en-US" smtClean="0"/>
              <a:t>Open Office</a:t>
            </a:r>
          </a:p>
          <a:p>
            <a:r>
              <a:rPr lang="en-US" altLang="en-US" smtClean="0"/>
              <a:t>Paid: </a:t>
            </a:r>
          </a:p>
          <a:p>
            <a:pPr lvl="1"/>
            <a:r>
              <a:rPr lang="en-US" altLang="en-US" smtClean="0"/>
              <a:t>MS Office	</a:t>
            </a:r>
          </a:p>
          <a:p>
            <a:pPr lvl="1"/>
            <a:r>
              <a:rPr lang="en-US" altLang="en-US" smtClean="0"/>
              <a:t>King soft</a:t>
            </a:r>
          </a:p>
          <a:p>
            <a:pPr lvl="1"/>
            <a:r>
              <a:rPr lang="en-US" altLang="en-US" smtClean="0"/>
              <a:t>Word Perfect Office </a:t>
            </a:r>
          </a:p>
          <a:p>
            <a:endParaRPr lang="en-US" alt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FFA878-E4A4-4194-B84E-7458A41929F8}" type="slidenum">
              <a:rPr lang="en-US" altLang="en-US" smtClean="0">
                <a:solidFill>
                  <a:schemeClr val="tx2"/>
                </a:solidFill>
              </a:rPr>
              <a:pPr/>
              <a:t>12</a:t>
            </a:fld>
            <a:endParaRPr lang="en-US" altLang="en-US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75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What is Word Processing?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FAF4A9-D7CC-4322-90E5-DC994F70958E}" type="slidenum">
              <a:rPr lang="en-US" altLang="en-US" smtClean="0">
                <a:solidFill>
                  <a:schemeClr val="tx2"/>
                </a:solidFill>
              </a:rPr>
              <a:pPr/>
              <a:t>13</a:t>
            </a:fld>
            <a:endParaRPr lang="en-US" altLang="en-US" smtClean="0">
              <a:solidFill>
                <a:schemeClr val="tx2"/>
              </a:solidFill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89185"/>
            <a:ext cx="8229600" cy="4557346"/>
          </a:xfrm>
        </p:spPr>
        <p:txBody>
          <a:bodyPr/>
          <a:lstStyle/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The most commonly used application</a:t>
            </a:r>
          </a:p>
          <a:p>
            <a:pPr eaLnBrk="1" hangingPunct="1"/>
            <a:r>
              <a:rPr lang="en-US" altLang="en-US" dirty="0" smtClean="0"/>
              <a:t>It is the method by which documents are created, edited, formatted and printed</a:t>
            </a:r>
            <a:r>
              <a:rPr lang="en-US" altLang="en-US" dirty="0" smtClean="0"/>
              <a:t>.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91544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What is Word Processor</a:t>
            </a:r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BAAA2B-897D-4E30-90F5-B0B43EC657C3}" type="slidenum">
              <a:rPr lang="en-US" altLang="en-US" smtClean="0">
                <a:solidFill>
                  <a:schemeClr val="tx2"/>
                </a:solidFill>
              </a:rPr>
              <a:pPr/>
              <a:t>14</a:t>
            </a:fld>
            <a:endParaRPr lang="en-US" altLang="en-US" smtClean="0">
              <a:solidFill>
                <a:schemeClr val="tx2"/>
              </a:solidFill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89185"/>
            <a:ext cx="8229600" cy="4557346"/>
          </a:xfrm>
        </p:spPr>
        <p:txBody>
          <a:bodyPr/>
          <a:lstStyle/>
          <a:p>
            <a:pPr eaLnBrk="1" hangingPunct="1"/>
            <a:r>
              <a:rPr lang="en-US" altLang="en-US" smtClean="0"/>
              <a:t>Word processor is a software package that enables you to.</a:t>
            </a:r>
          </a:p>
          <a:p>
            <a:pPr lvl="1" eaLnBrk="1" hangingPunct="1"/>
            <a:r>
              <a:rPr lang="en-US" altLang="en-US" smtClean="0"/>
              <a:t>Create</a:t>
            </a:r>
          </a:p>
          <a:p>
            <a:pPr lvl="1" eaLnBrk="1" hangingPunct="1"/>
            <a:r>
              <a:rPr lang="en-US" altLang="en-US" smtClean="0"/>
              <a:t>Edit</a:t>
            </a:r>
          </a:p>
          <a:p>
            <a:pPr lvl="1" eaLnBrk="1" hangingPunct="1"/>
            <a:r>
              <a:rPr lang="en-US" altLang="en-US" smtClean="0"/>
              <a:t>Format</a:t>
            </a:r>
          </a:p>
          <a:p>
            <a:pPr lvl="1" eaLnBrk="1" hangingPunct="1"/>
            <a:r>
              <a:rPr lang="en-US" altLang="en-US" smtClean="0"/>
              <a:t>Save</a:t>
            </a:r>
          </a:p>
          <a:p>
            <a:pPr lvl="1" eaLnBrk="1" hangingPunct="1"/>
            <a:r>
              <a:rPr lang="en-US" altLang="en-US" smtClean="0"/>
              <a:t>Print</a:t>
            </a:r>
          </a:p>
          <a:p>
            <a:pPr lvl="1" eaLnBrk="1" hangingPunct="1"/>
            <a:r>
              <a:rPr lang="en-US" altLang="en-US" smtClean="0"/>
              <a:t>Future retrieval and reference</a:t>
            </a:r>
          </a:p>
        </p:txBody>
      </p:sp>
      <p:sp>
        <p:nvSpPr>
          <p:cNvPr id="22533" name="AutoShape 4"/>
          <p:cNvSpPr>
            <a:spLocks/>
          </p:cNvSpPr>
          <p:nvPr/>
        </p:nvSpPr>
        <p:spPr bwMode="auto">
          <a:xfrm>
            <a:off x="5810076" y="2532185"/>
            <a:ext cx="1066800" cy="2883877"/>
          </a:xfrm>
          <a:prstGeom prst="rightBrace">
            <a:avLst>
              <a:gd name="adj1" fmla="val 2252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62"/>
          </a:p>
        </p:txBody>
      </p:sp>
      <p:sp>
        <p:nvSpPr>
          <p:cNvPr id="22534" name="Text Box 5"/>
          <p:cNvSpPr txBox="1">
            <a:spLocks noChangeArrowheads="1"/>
          </p:cNvSpPr>
          <p:nvPr/>
        </p:nvSpPr>
        <p:spPr bwMode="auto">
          <a:xfrm>
            <a:off x="6876876" y="3676957"/>
            <a:ext cx="2127505" cy="603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323"/>
              <a:t>Document</a:t>
            </a:r>
          </a:p>
        </p:txBody>
      </p:sp>
    </p:spTree>
    <p:extLst>
      <p:ext uri="{BB962C8B-B14F-4D97-AF65-F5344CB8AC3E}">
        <p14:creationId xmlns:p14="http://schemas.microsoft.com/office/powerpoint/2010/main" val="237656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436" y="407866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Advantages of Word Processor</a:t>
            </a:r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611465-4C95-4020-A8F0-92EA4154DEB0}" type="slidenum">
              <a:rPr lang="en-US" altLang="en-US" smtClean="0">
                <a:solidFill>
                  <a:schemeClr val="tx2"/>
                </a:solidFill>
              </a:rPr>
              <a:pPr/>
              <a:t>15</a:t>
            </a:fld>
            <a:endParaRPr lang="en-US" altLang="en-US" smtClean="0">
              <a:solidFill>
                <a:schemeClr val="tx2"/>
              </a:solidFill>
            </a:endParaRPr>
          </a:p>
        </p:txBody>
      </p:sp>
      <p:sp>
        <p:nvSpPr>
          <p:cNvPr id="2355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14854"/>
            <a:ext cx="8229600" cy="4557346"/>
          </a:xfrm>
        </p:spPr>
        <p:txBody>
          <a:bodyPr/>
          <a:lstStyle/>
          <a:p>
            <a:pPr eaLnBrk="1" hangingPunct="1"/>
            <a:r>
              <a:rPr lang="en-US" altLang="en-US" smtClean="0"/>
              <a:t>Word processor enables you to make changes to a document without retyping the entire document.</a:t>
            </a:r>
          </a:p>
          <a:p>
            <a:pPr eaLnBrk="1" hangingPunct="1"/>
            <a:r>
              <a:rPr lang="en-US" altLang="en-US" smtClean="0"/>
              <a:t>Quick and easy</a:t>
            </a:r>
          </a:p>
          <a:p>
            <a:pPr eaLnBrk="1" hangingPunct="1"/>
            <a:r>
              <a:rPr lang="en-US" altLang="en-US" smtClean="0"/>
              <a:t>Stored electronically</a:t>
            </a:r>
          </a:p>
        </p:txBody>
      </p:sp>
    </p:spTree>
    <p:extLst>
      <p:ext uri="{BB962C8B-B14F-4D97-AF65-F5344CB8AC3E}">
        <p14:creationId xmlns:p14="http://schemas.microsoft.com/office/powerpoint/2010/main" val="182855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4830763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latin typeface="Verdana" pitchFamily="34" charset="0"/>
              </a:rPr>
              <a:t>Application areas of word processing </a:t>
            </a:r>
            <a:r>
              <a:rPr lang="en-US" dirty="0" smtClean="0">
                <a:latin typeface="Verdana" pitchFamily="34" charset="0"/>
              </a:rPr>
              <a:t>:</a:t>
            </a:r>
          </a:p>
          <a:p>
            <a:pPr>
              <a:buFontTx/>
              <a:buNone/>
            </a:pPr>
            <a:endParaRPr lang="en-US" b="1" dirty="0">
              <a:latin typeface="Verdana" pitchFamily="34" charset="0"/>
            </a:endParaRPr>
          </a:p>
          <a:p>
            <a:r>
              <a:rPr lang="en-US" sz="2600" u="sng" dirty="0">
                <a:latin typeface="Verdana" pitchFamily="34" charset="0"/>
              </a:rPr>
              <a:t>Business</a:t>
            </a:r>
            <a:r>
              <a:rPr lang="en-US" sz="2600" dirty="0">
                <a:latin typeface="Verdana" pitchFamily="34" charset="0"/>
              </a:rPr>
              <a:t> - Legal Copies, Letterheads, Letters, Memos, Circulars etc.</a:t>
            </a:r>
          </a:p>
          <a:p>
            <a:r>
              <a:rPr lang="en-US" sz="2600" u="sng" dirty="0">
                <a:latin typeface="Verdana" pitchFamily="34" charset="0"/>
              </a:rPr>
              <a:t>Education</a:t>
            </a:r>
            <a:r>
              <a:rPr lang="en-US" sz="2600" dirty="0">
                <a:latin typeface="Verdana" pitchFamily="34" charset="0"/>
              </a:rPr>
              <a:t> - To develop word processing skills from the very beginning</a:t>
            </a:r>
          </a:p>
          <a:p>
            <a:r>
              <a:rPr lang="en-US" sz="2600" u="sng" dirty="0">
                <a:latin typeface="Verdana" pitchFamily="34" charset="0"/>
              </a:rPr>
              <a:t>Home</a:t>
            </a:r>
            <a:r>
              <a:rPr lang="en-US" sz="2600" dirty="0">
                <a:latin typeface="Verdana" pitchFamily="34" charset="0"/>
              </a:rPr>
              <a:t> - Dealing with assignments being completed at home, or occasionally recreational ex. Maintaining diary</a:t>
            </a:r>
          </a:p>
        </p:txBody>
      </p:sp>
    </p:spTree>
    <p:extLst>
      <p:ext uri="{BB962C8B-B14F-4D97-AF65-F5344CB8AC3E}">
        <p14:creationId xmlns:p14="http://schemas.microsoft.com/office/powerpoint/2010/main" val="281152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Document Cycle</a:t>
            </a:r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D65130-5AE7-4706-A250-D83697401A16}" type="slidenum">
              <a:rPr lang="en-US" altLang="en-US" smtClean="0">
                <a:solidFill>
                  <a:schemeClr val="tx2"/>
                </a:solidFill>
              </a:rPr>
              <a:pPr/>
              <a:t>17</a:t>
            </a:fld>
            <a:endParaRPr lang="en-US" altLang="en-US" smtClean="0">
              <a:solidFill>
                <a:schemeClr val="tx2"/>
              </a:solidFill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89185"/>
            <a:ext cx="8229600" cy="4557346"/>
          </a:xfrm>
        </p:spPr>
        <p:txBody>
          <a:bodyPr/>
          <a:lstStyle/>
          <a:p>
            <a:pPr eaLnBrk="1" hangingPunct="1"/>
            <a:r>
              <a:rPr lang="en-US" altLang="en-US" smtClean="0"/>
              <a:t>Word processing software performs the following activities:</a:t>
            </a:r>
          </a:p>
          <a:p>
            <a:pPr lvl="1" eaLnBrk="1" hangingPunct="1"/>
            <a:r>
              <a:rPr lang="en-US" altLang="en-US" smtClean="0"/>
              <a:t>Entering</a:t>
            </a:r>
          </a:p>
          <a:p>
            <a:pPr lvl="1" eaLnBrk="1" hangingPunct="1"/>
            <a:r>
              <a:rPr lang="en-US" altLang="en-US" smtClean="0"/>
              <a:t>Editing</a:t>
            </a:r>
          </a:p>
          <a:p>
            <a:pPr lvl="1" eaLnBrk="1" hangingPunct="1"/>
            <a:r>
              <a:rPr lang="en-US" altLang="en-US" smtClean="0"/>
              <a:t>Spelling checking and using thesaurus</a:t>
            </a:r>
          </a:p>
          <a:p>
            <a:pPr lvl="1" eaLnBrk="1" hangingPunct="1"/>
            <a:r>
              <a:rPr lang="en-US" altLang="en-US" smtClean="0"/>
              <a:t>Formatting</a:t>
            </a:r>
          </a:p>
          <a:p>
            <a:pPr lvl="1" eaLnBrk="1" hangingPunct="1"/>
            <a:r>
              <a:rPr lang="en-US" altLang="en-US" smtClean="0"/>
              <a:t>Saving</a:t>
            </a:r>
          </a:p>
          <a:p>
            <a:pPr lvl="1" eaLnBrk="1" hangingPunct="1"/>
            <a:r>
              <a:rPr lang="en-US" altLang="en-US" smtClean="0"/>
              <a:t>Printing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5821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542"/>
            <a:ext cx="8229600" cy="1143000"/>
          </a:xfrm>
        </p:spPr>
        <p:txBody>
          <a:bodyPr/>
          <a:lstStyle/>
          <a:p>
            <a:r>
              <a:rPr lang="en-US" dirty="0" smtClean="0"/>
              <a:t>Word Interface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96" y="2054542"/>
            <a:ext cx="7495554" cy="403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1241939"/>
            <a:ext cx="2866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Quick Access Tool bar</a:t>
            </a:r>
            <a:endParaRPr lang="en-US" sz="2400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143000" y="1597342"/>
            <a:ext cx="609600" cy="457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572000" y="1597342"/>
            <a:ext cx="304800" cy="681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58825" y="2135504"/>
            <a:ext cx="1205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Ribbon</a:t>
            </a:r>
            <a:endParaRPr lang="en-US" sz="2400" dirty="0"/>
          </a:p>
        </p:txBody>
      </p:sp>
      <p:sp>
        <p:nvSpPr>
          <p:cNvPr id="15" name="Right Brace 14"/>
          <p:cNvSpPr/>
          <p:nvPr/>
        </p:nvSpPr>
        <p:spPr>
          <a:xfrm>
            <a:off x="7924800" y="2292369"/>
            <a:ext cx="381000" cy="609600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507083" y="1241939"/>
            <a:ext cx="739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Tabs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5728041" y="1455209"/>
            <a:ext cx="845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Ruler</a:t>
            </a:r>
            <a:endParaRPr lang="en-US" sz="2400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5258604" y="1841272"/>
            <a:ext cx="608796" cy="10606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7467601" y="4073842"/>
            <a:ext cx="590549" cy="1933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58150" y="3814536"/>
            <a:ext cx="8000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Task</a:t>
            </a:r>
          </a:p>
          <a:p>
            <a:r>
              <a:rPr lang="en-US" sz="2400" dirty="0" smtClean="0"/>
              <a:t>Pane</a:t>
            </a:r>
            <a:endParaRPr lang="en-US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2153629" y="6213247"/>
            <a:ext cx="1439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Status bar</a:t>
            </a:r>
            <a:endParaRPr lang="en-US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7758112" y="5102733"/>
            <a:ext cx="1345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Text Area</a:t>
            </a:r>
            <a:endParaRPr lang="en-US" sz="2400" dirty="0"/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1905000" y="5943600"/>
            <a:ext cx="671181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6019801" y="4664583"/>
            <a:ext cx="1904999" cy="4381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893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Elements in word window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Ribbon – Provides access to commands that are grouped according to the tasks you perform in word.</a:t>
            </a:r>
          </a:p>
          <a:p>
            <a:r>
              <a:rPr lang="en-US" dirty="0" smtClean="0"/>
              <a:t>Tabs – provide one-click access to the group of commands on the ribbon.</a:t>
            </a:r>
          </a:p>
          <a:p>
            <a:r>
              <a:rPr lang="en-US" dirty="0" smtClean="0"/>
              <a:t>Quick Access tool bar – Provides access to common commands you use frequently.</a:t>
            </a:r>
          </a:p>
          <a:p>
            <a:r>
              <a:rPr lang="en-US" dirty="0" smtClean="0"/>
              <a:t>Ruler – Show page margins, tab stops , row heights and columns widths.</a:t>
            </a:r>
          </a:p>
          <a:p>
            <a:r>
              <a:rPr lang="en-US" dirty="0" smtClean="0"/>
              <a:t>Task pane - quick </a:t>
            </a:r>
            <a:r>
              <a:rPr lang="en-US" dirty="0"/>
              <a:t>access to common features, information, and commands.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22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Document Views</a:t>
            </a:r>
            <a:endParaRPr lang="en-US" alt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8E2C35-7B32-4174-AF1C-70EEB8222890}" type="slidenum">
              <a:rPr lang="en-US" altLang="en-US" smtClean="0">
                <a:solidFill>
                  <a:schemeClr val="tx2"/>
                </a:solidFill>
              </a:rPr>
              <a:pPr/>
              <a:t>20</a:t>
            </a:fld>
            <a:endParaRPr lang="en-US" altLang="en-US" smtClean="0">
              <a:solidFill>
                <a:schemeClr val="tx2"/>
              </a:solidFill>
            </a:endParaRPr>
          </a:p>
        </p:txBody>
      </p:sp>
      <p:sp>
        <p:nvSpPr>
          <p:cNvPr id="29700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89185"/>
            <a:ext cx="8229600" cy="4557346"/>
          </a:xfrm>
        </p:spPr>
        <p:txBody>
          <a:bodyPr>
            <a:normAutofit/>
          </a:bodyPr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dirty="0" smtClean="0"/>
              <a:t>There are many ways to view a document in Word.  </a:t>
            </a:r>
          </a:p>
          <a:p>
            <a:pPr eaLnBrk="1" hangingPunct="1"/>
            <a:r>
              <a:rPr lang="en-US" altLang="en-US" b="1" dirty="0" smtClean="0"/>
              <a:t>Print Layout</a:t>
            </a:r>
            <a:r>
              <a:rPr lang="en-US" altLang="en-US" dirty="0" smtClean="0"/>
              <a:t>:  This is a view of the document as it would appear when printed.  It includes all tables, text, graphics, and images.</a:t>
            </a:r>
          </a:p>
          <a:p>
            <a:pPr eaLnBrk="1" hangingPunct="1"/>
            <a:r>
              <a:rPr lang="en-US" altLang="en-US" b="1" dirty="0" smtClean="0"/>
              <a:t>Full Screen Reading</a:t>
            </a:r>
            <a:r>
              <a:rPr lang="en-US" altLang="en-US" dirty="0" smtClean="0"/>
              <a:t>:  This is a full view length view of a document.  Good for viewing two pages at a time.</a:t>
            </a:r>
          </a:p>
          <a:p>
            <a:pPr eaLnBrk="1" hangingPunct="1"/>
            <a:endParaRPr lang="en-US" altLang="en-US" dirty="0" smtClean="0"/>
          </a:p>
        </p:txBody>
      </p:sp>
      <p:pic>
        <p:nvPicPr>
          <p:cNvPr id="29701" name="Picture 4" descr="Document Views Shortcu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088" y="5780698"/>
            <a:ext cx="2488223" cy="940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068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Document Views.</a:t>
            </a:r>
            <a:endParaRPr lang="en-US" altLang="en-US" smtClean="0"/>
          </a:p>
        </p:txBody>
      </p:sp>
      <p:sp>
        <p:nvSpPr>
          <p:cNvPr id="3072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8EA93D-B39A-491B-8089-4EBEC254CE87}" type="slidenum">
              <a:rPr lang="en-US" altLang="en-US" smtClean="0">
                <a:solidFill>
                  <a:schemeClr val="tx2"/>
                </a:solidFill>
              </a:rPr>
              <a:pPr/>
              <a:t>21</a:t>
            </a:fld>
            <a:endParaRPr lang="en-US" altLang="en-US" smtClean="0">
              <a:solidFill>
                <a:schemeClr val="tx2"/>
              </a:solidFill>
            </a:endParaRPr>
          </a:p>
        </p:txBody>
      </p:sp>
      <p:sp>
        <p:nvSpPr>
          <p:cNvPr id="3072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389185"/>
            <a:ext cx="8229600" cy="4557346"/>
          </a:xfrm>
        </p:spPr>
        <p:txBody>
          <a:bodyPr/>
          <a:lstStyle/>
          <a:p>
            <a:pPr eaLnBrk="1" hangingPunct="1"/>
            <a:r>
              <a:rPr lang="en-US" altLang="en-US" b="1" dirty="0" smtClean="0"/>
              <a:t>Web Layout</a:t>
            </a:r>
            <a:r>
              <a:rPr lang="en-US" altLang="en-US" dirty="0" smtClean="0"/>
              <a:t>:  This is a view of the document as it would appear in a web browser.</a:t>
            </a:r>
          </a:p>
          <a:p>
            <a:pPr eaLnBrk="1" hangingPunct="1"/>
            <a:r>
              <a:rPr lang="en-US" altLang="en-US" b="1" dirty="0" smtClean="0"/>
              <a:t>Outline</a:t>
            </a:r>
            <a:r>
              <a:rPr lang="en-US" altLang="en-US" dirty="0" smtClean="0"/>
              <a:t>:  This is an outline form of the document in the form of bullets.</a:t>
            </a:r>
          </a:p>
          <a:p>
            <a:pPr eaLnBrk="1" hangingPunct="1"/>
            <a:r>
              <a:rPr lang="en-US" altLang="en-US" b="1" dirty="0" smtClean="0"/>
              <a:t>Draft</a:t>
            </a:r>
            <a:r>
              <a:rPr lang="en-US" altLang="en-US" dirty="0" smtClean="0"/>
              <a:t>:  This view does not display pictures or layouts, just text.</a:t>
            </a:r>
          </a:p>
          <a:p>
            <a:pPr eaLnBrk="1" hangingPunct="1"/>
            <a:endParaRPr lang="en-US" altLang="en-US" dirty="0" smtClean="0"/>
          </a:p>
        </p:txBody>
      </p:sp>
      <p:pic>
        <p:nvPicPr>
          <p:cNvPr id="30725" name="Picture 5" descr="Document Views Grou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407" y="4949581"/>
            <a:ext cx="3024554" cy="140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160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194708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70</TotalTime>
  <Words>581</Words>
  <Application>Microsoft Office PowerPoint</Application>
  <PresentationFormat>On-screen Show (4:3)</PresentationFormat>
  <Paragraphs>145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Times New Roman</vt:lpstr>
      <vt:lpstr>Verdana</vt:lpstr>
      <vt:lpstr>Wingdings</vt:lpstr>
      <vt:lpstr>Wingdings 3</vt:lpstr>
      <vt:lpstr>HNDIT</vt:lpstr>
      <vt:lpstr>HNDIT1101: Personal Computer Applications </vt:lpstr>
      <vt:lpstr>Module Aims</vt:lpstr>
      <vt:lpstr>Learning Outcomes</vt:lpstr>
      <vt:lpstr>Outline Syllabus </vt:lpstr>
      <vt:lpstr>Assessment and Weighting</vt:lpstr>
      <vt:lpstr>Office productivity tools  </vt:lpstr>
      <vt:lpstr>Categories of Computer Software</vt:lpstr>
      <vt:lpstr>PowerPoint Presentation</vt:lpstr>
      <vt:lpstr>Office productivity applications</vt:lpstr>
      <vt:lpstr>Types of office productivity tools</vt:lpstr>
      <vt:lpstr>Question 1</vt:lpstr>
      <vt:lpstr>List of Office Productivity Tools</vt:lpstr>
      <vt:lpstr>What is Word Processing?</vt:lpstr>
      <vt:lpstr>What is Word Processor</vt:lpstr>
      <vt:lpstr>Advantages of Word Processor</vt:lpstr>
      <vt:lpstr>PowerPoint Presentation</vt:lpstr>
      <vt:lpstr>Document Cycle</vt:lpstr>
      <vt:lpstr>Word Interface</vt:lpstr>
      <vt:lpstr>Elements in word window</vt:lpstr>
      <vt:lpstr>Document Views</vt:lpstr>
      <vt:lpstr>Document Views.</vt:lpstr>
      <vt:lpstr>End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HNDIT11012: Personal Computer Applications</dc:title>
  <dc:creator>DNP</dc:creator>
  <cp:lastModifiedBy>DNP</cp:lastModifiedBy>
  <cp:revision>10</cp:revision>
  <dcterms:created xsi:type="dcterms:W3CDTF">2018-05-21T10:06:55Z</dcterms:created>
  <dcterms:modified xsi:type="dcterms:W3CDTF">2018-05-24T08:11:16Z</dcterms:modified>
</cp:coreProperties>
</file>