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79" r:id="rId3"/>
    <p:sldId id="316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000" autoAdjust="0"/>
    <p:restoredTop sz="86715" autoAdjust="0"/>
  </p:normalViewPr>
  <p:slideViewPr>
    <p:cSldViewPr>
      <p:cViewPr varScale="1">
        <p:scale>
          <a:sx n="61" d="100"/>
          <a:sy n="61" d="100"/>
        </p:scale>
        <p:origin x="1566" y="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5E691B-62AE-4E35-AD0E-D6D993494E1D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DB35A-3BFB-4AC7-A997-12B9D2665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41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flyer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form of paper advertisement intended for wide distribution and typically posted or ... Advertise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event such as a music concert, nightclub appearance, festival,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DB35A-3BFB-4AC7-A997-12B9D2665D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42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 smtClean="0"/>
              <a:t>Clipboard-see all the item you</a:t>
            </a:r>
            <a:r>
              <a:rPr lang="en-US" sz="2000" baseline="0" dirty="0" smtClean="0"/>
              <a:t> have copied to the clipboard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aseline="0" dirty="0" smtClean="0"/>
              <a:t>Fonts – help to customized your text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 smtClean="0"/>
              <a:t>Paragraphs- fine-tune</a:t>
            </a:r>
            <a:r>
              <a:rPr lang="en-US" sz="2000" baseline="0" dirty="0" smtClean="0"/>
              <a:t> the layout of the current paragraphs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 smtClean="0"/>
              <a:t>Styles-customized</a:t>
            </a:r>
            <a:r>
              <a:rPr lang="en-US" sz="2000" baseline="0" dirty="0" smtClean="0"/>
              <a:t> the text styles in word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aseline="0" dirty="0" smtClean="0"/>
              <a:t>Editing – editing options are there</a:t>
            </a:r>
            <a:endParaRPr lang="en-US" sz="2000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677AEE-D46A-4C91-9543-7FBC6ED44F7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252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D56F-A681-4805-A5A2-3EFEAD22C2F4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 02 -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3000" y="2514600"/>
            <a:ext cx="3886200" cy="1981199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HNDIT1101: </a:t>
            </a:r>
            <a:r>
              <a:rPr lang="en-US" b="1" dirty="0"/>
              <a:t>Personal Computer Applications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411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features in MS Word processing software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Week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735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Word Processing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Software that is designed for the entry, editing, and printing of documents.</a:t>
            </a:r>
          </a:p>
          <a:p>
            <a:r>
              <a:rPr lang="en-US" dirty="0" err="1" smtClean="0"/>
              <a:t>Eg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Letters</a:t>
            </a:r>
          </a:p>
          <a:p>
            <a:pPr lvl="1"/>
            <a:r>
              <a:rPr lang="en-US" dirty="0" smtClean="0"/>
              <a:t>Faxes</a:t>
            </a:r>
          </a:p>
          <a:p>
            <a:pPr lvl="1"/>
            <a:r>
              <a:rPr lang="en-US" dirty="0" smtClean="0"/>
              <a:t>Reports</a:t>
            </a:r>
          </a:p>
          <a:p>
            <a:pPr lvl="1"/>
            <a:r>
              <a:rPr lang="en-US" dirty="0" smtClean="0"/>
              <a:t>One page flyers</a:t>
            </a:r>
          </a:p>
          <a:p>
            <a:pPr lvl="1"/>
            <a:r>
              <a:rPr lang="en-US" dirty="0" smtClean="0"/>
              <a:t>Email</a:t>
            </a:r>
          </a:p>
          <a:p>
            <a:pPr lvl="1"/>
            <a:r>
              <a:rPr lang="en-US" dirty="0" smtClean="0"/>
              <a:t>Memorandums</a:t>
            </a:r>
          </a:p>
        </p:txBody>
      </p:sp>
    </p:spTree>
    <p:extLst>
      <p:ext uri="{BB962C8B-B14F-4D97-AF65-F5344CB8AC3E}">
        <p14:creationId xmlns:p14="http://schemas.microsoft.com/office/powerpoint/2010/main" val="1043583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440" y="3667924"/>
            <a:ext cx="5442500" cy="287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1524000"/>
            <a:ext cx="8458200" cy="47545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lvl="3" indent="-571500">
              <a:buFont typeface="Wingdings" panose="05000000000000000000" pitchFamily="2" charset="2"/>
              <a:buChar char="§"/>
            </a:pPr>
            <a:r>
              <a:rPr lang="en-US" sz="3600" dirty="0" smtClean="0"/>
              <a:t>File:The File Tab menu contains the commands most commonly associated with the file.</a:t>
            </a:r>
          </a:p>
          <a:p>
            <a:pPr marL="1028700" lvl="4" indent="-571500">
              <a:buFont typeface="Wingdings" panose="05000000000000000000" pitchFamily="2" charset="2"/>
              <a:buChar char="§"/>
            </a:pPr>
            <a:r>
              <a:rPr lang="en-US" sz="3600" dirty="0" smtClean="0"/>
              <a:t>New</a:t>
            </a:r>
          </a:p>
          <a:p>
            <a:pPr marL="1028700" lvl="4" indent="-571500">
              <a:buFont typeface="Wingdings" panose="05000000000000000000" pitchFamily="2" charset="2"/>
              <a:buChar char="§"/>
            </a:pPr>
            <a:r>
              <a:rPr lang="en-US" sz="3600" dirty="0" smtClean="0"/>
              <a:t>Save</a:t>
            </a:r>
          </a:p>
          <a:p>
            <a:pPr marL="1028700" lvl="4" indent="-571500">
              <a:buFont typeface="Wingdings" panose="05000000000000000000" pitchFamily="2" charset="2"/>
              <a:buChar char="§"/>
            </a:pPr>
            <a:r>
              <a:rPr lang="en-US" sz="3600" dirty="0" smtClean="0"/>
              <a:t>Save as</a:t>
            </a:r>
          </a:p>
          <a:p>
            <a:pPr marL="1028700" lvl="4" indent="-571500">
              <a:buFont typeface="Wingdings" panose="05000000000000000000" pitchFamily="2" charset="2"/>
              <a:buChar char="§"/>
            </a:pPr>
            <a:r>
              <a:rPr lang="en-US" sz="3600" dirty="0" smtClean="0"/>
              <a:t>Print</a:t>
            </a:r>
          </a:p>
          <a:p>
            <a:pPr marL="1028700" lvl="4" indent="-571500">
              <a:buFont typeface="Wingdings" panose="05000000000000000000" pitchFamily="2" charset="2"/>
              <a:buChar char="§"/>
            </a:pPr>
            <a:r>
              <a:rPr lang="en-US" sz="3600" dirty="0" smtClean="0"/>
              <a:t>share</a:t>
            </a:r>
            <a:endParaRPr lang="en-US" sz="3600" dirty="0" smtClean="0"/>
          </a:p>
          <a:p>
            <a:pPr marL="0" lvl="3"/>
            <a:endParaRPr lang="en-US" sz="24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701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5"/>
          <p:cNvSpPr txBox="1">
            <a:spLocks noChangeArrowheads="1"/>
          </p:cNvSpPr>
          <p:nvPr/>
        </p:nvSpPr>
        <p:spPr bwMode="auto">
          <a:xfrm>
            <a:off x="228600" y="1524000"/>
            <a:ext cx="8763000" cy="36625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800" dirty="0" smtClean="0"/>
              <a:t>.</a:t>
            </a:r>
            <a:endParaRPr lang="en-US" sz="28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3600" dirty="0"/>
          </a:p>
          <a:p>
            <a:pPr eaLnBrk="1" hangingPunct="1"/>
            <a:endParaRPr lang="en-US" sz="2400" dirty="0"/>
          </a:p>
          <a:p>
            <a:pPr algn="r" eaLnBrk="1" hangingPunct="1"/>
            <a:endParaRPr lang="en-US" sz="2400" dirty="0"/>
          </a:p>
        </p:txBody>
      </p:sp>
      <p:pic>
        <p:nvPicPr>
          <p:cNvPr id="17" name="Picture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778"/>
          <a:stretch/>
        </p:blipFill>
        <p:spPr bwMode="auto">
          <a:xfrm>
            <a:off x="228600" y="5328313"/>
            <a:ext cx="914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7"/>
          <p:cNvSpPr/>
          <p:nvPr/>
        </p:nvSpPr>
        <p:spPr>
          <a:xfrm>
            <a:off x="228600" y="5853775"/>
            <a:ext cx="1027113" cy="76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300968" y="5861352"/>
            <a:ext cx="1865312" cy="7547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186752" y="5853775"/>
            <a:ext cx="1447800" cy="76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634552" y="5861713"/>
            <a:ext cx="3886200" cy="76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520752" y="5861713"/>
            <a:ext cx="546100" cy="76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 Tab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221163"/>
          </a:xfrm>
        </p:spPr>
        <p:txBody>
          <a:bodyPr>
            <a:normAutofit/>
          </a:bodyPr>
          <a:lstStyle/>
          <a:p>
            <a:r>
              <a:rPr lang="en-US" dirty="0" smtClean="0"/>
              <a:t>It is contain </a:t>
            </a:r>
            <a:r>
              <a:rPr lang="en-US" dirty="0"/>
              <a:t>the commands most commonly associated with the formatting and editing of </a:t>
            </a:r>
            <a:r>
              <a:rPr lang="en-US" dirty="0" smtClean="0"/>
              <a:t>text</a:t>
            </a:r>
          </a:p>
          <a:p>
            <a:pPr lvl="1"/>
            <a:r>
              <a:rPr lang="en-US" sz="2000" dirty="0" smtClean="0"/>
              <a:t>Clipboard</a:t>
            </a:r>
          </a:p>
          <a:p>
            <a:pPr lvl="1"/>
            <a:r>
              <a:rPr lang="en-US" sz="2000" dirty="0" smtClean="0"/>
              <a:t>Fonts</a:t>
            </a:r>
          </a:p>
          <a:p>
            <a:pPr lvl="1"/>
            <a:r>
              <a:rPr lang="en-US" sz="2000" dirty="0" smtClean="0"/>
              <a:t>Paragraphs</a:t>
            </a:r>
          </a:p>
          <a:p>
            <a:pPr lvl="1"/>
            <a:r>
              <a:rPr lang="en-US" sz="2000" dirty="0" smtClean="0"/>
              <a:t>Styles</a:t>
            </a:r>
          </a:p>
          <a:p>
            <a:pPr lvl="1"/>
            <a:r>
              <a:rPr lang="en-US" sz="2000" dirty="0" smtClean="0"/>
              <a:t>Editing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0436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8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0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111"/>
          <a:stretch/>
        </p:blipFill>
        <p:spPr bwMode="auto">
          <a:xfrm>
            <a:off x="0" y="5334000"/>
            <a:ext cx="91440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ectangle 29"/>
          <p:cNvSpPr/>
          <p:nvPr/>
        </p:nvSpPr>
        <p:spPr>
          <a:xfrm>
            <a:off x="39687" y="5783262"/>
            <a:ext cx="874713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954088" y="5783262"/>
            <a:ext cx="341312" cy="8302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295400" y="5791200"/>
            <a:ext cx="1905000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3200400" y="5791200"/>
            <a:ext cx="1447800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572000" y="5791200"/>
            <a:ext cx="990600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5562600" y="5791200"/>
            <a:ext cx="2043113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7561263" y="5791200"/>
            <a:ext cx="657225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 Tab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contain </a:t>
            </a:r>
            <a:r>
              <a:rPr lang="en-US" dirty="0"/>
              <a:t>the commands </a:t>
            </a:r>
            <a:r>
              <a:rPr lang="en-US" dirty="0" smtClean="0"/>
              <a:t>associated </a:t>
            </a:r>
            <a:r>
              <a:rPr lang="en-US" dirty="0"/>
              <a:t>with adding something to the document.</a:t>
            </a:r>
          </a:p>
          <a:p>
            <a:pPr marL="0" indent="0">
              <a:buNone/>
            </a:pPr>
            <a:r>
              <a:rPr lang="en-US" dirty="0" smtClean="0"/>
              <a:t>Pages			Tables</a:t>
            </a:r>
          </a:p>
          <a:p>
            <a:pPr marL="0" indent="0">
              <a:buNone/>
            </a:pPr>
            <a:r>
              <a:rPr lang="en-US" dirty="0" smtClean="0"/>
              <a:t>Illustrations		Links</a:t>
            </a:r>
          </a:p>
          <a:p>
            <a:pPr marL="0" indent="0">
              <a:buNone/>
            </a:pPr>
            <a:r>
              <a:rPr lang="en-US" dirty="0" smtClean="0"/>
              <a:t>Header &amp; Footer	Text</a:t>
            </a:r>
          </a:p>
          <a:p>
            <a:pPr marL="0" indent="0">
              <a:buNone/>
            </a:pPr>
            <a:r>
              <a:rPr lang="en-US" dirty="0" smtClean="0"/>
              <a:t>Symbols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987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8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0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6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4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3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3" b="78022"/>
          <a:stretch/>
        </p:blipFill>
        <p:spPr bwMode="auto">
          <a:xfrm>
            <a:off x="104633" y="5145523"/>
            <a:ext cx="90678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Text Box 5"/>
          <p:cNvSpPr txBox="1">
            <a:spLocks noChangeArrowheads="1"/>
          </p:cNvSpPr>
          <p:nvPr/>
        </p:nvSpPr>
        <p:spPr bwMode="auto">
          <a:xfrm>
            <a:off x="152400" y="1539875"/>
            <a:ext cx="8915400" cy="26776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algn="r" eaLnBrk="1" hangingPunct="1"/>
            <a:endParaRPr lang="en-US" sz="2400" dirty="0"/>
          </a:p>
          <a:p>
            <a:pPr algn="r" eaLnBrk="1" hangingPunct="1"/>
            <a:endParaRPr lang="en-US" sz="2400" dirty="0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693902" y="3317359"/>
            <a:ext cx="16652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3200" dirty="0"/>
              <a:t>Themes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669649" y="3959283"/>
            <a:ext cx="24733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3200" dirty="0" smtClean="0"/>
              <a:t>Page Setup</a:t>
            </a:r>
            <a:endParaRPr lang="en-US" sz="3200" dirty="0"/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3569410" y="3317359"/>
            <a:ext cx="39276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3200" dirty="0" smtClean="0"/>
              <a:t>Page Background</a:t>
            </a:r>
            <a:endParaRPr lang="en-US" sz="3200" dirty="0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3752569" y="3967789"/>
            <a:ext cx="2097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3200" dirty="0"/>
              <a:t>Paragraph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614309" y="4480432"/>
            <a:ext cx="1641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3200" dirty="0"/>
              <a:t>Arrange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" y="5646737"/>
            <a:ext cx="874713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77888" y="5646737"/>
            <a:ext cx="2170112" cy="8302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017838" y="5638800"/>
            <a:ext cx="952500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962400" y="5646737"/>
            <a:ext cx="1981200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943600" y="5646737"/>
            <a:ext cx="2286000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00" y="637948"/>
            <a:ext cx="8229600" cy="1143000"/>
          </a:xfrm>
        </p:spPr>
        <p:txBody>
          <a:bodyPr/>
          <a:lstStyle/>
          <a:p>
            <a:r>
              <a:rPr lang="en-US" b="1" dirty="0"/>
              <a:t>Page 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669" y="1715182"/>
            <a:ext cx="8229600" cy="1981200"/>
          </a:xfrm>
        </p:spPr>
        <p:txBody>
          <a:bodyPr>
            <a:normAutofit/>
          </a:bodyPr>
          <a:lstStyle/>
          <a:p>
            <a:r>
              <a:rPr lang="en-US" dirty="0" smtClean="0"/>
              <a:t>It contains </a:t>
            </a:r>
            <a:r>
              <a:rPr lang="en-US" dirty="0"/>
              <a:t>the commands </a:t>
            </a:r>
            <a:r>
              <a:rPr lang="en-US" dirty="0" smtClean="0"/>
              <a:t>associated </a:t>
            </a:r>
            <a:r>
              <a:rPr lang="en-US" dirty="0"/>
              <a:t>with settings that would affect the entire page or document.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082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5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6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9" grpId="0"/>
      <p:bldP spid="20" grpId="0"/>
      <p:bldP spid="21" grpId="0"/>
      <p:bldP spid="14" grpId="0" animBg="1"/>
      <p:bldP spid="14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3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74" b="78889"/>
          <a:stretch/>
        </p:blipFill>
        <p:spPr bwMode="auto">
          <a:xfrm>
            <a:off x="-15876" y="5334000"/>
            <a:ext cx="915987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626644" y="3816350"/>
            <a:ext cx="40596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2800" dirty="0" smtClean="0"/>
              <a:t>Table of </a:t>
            </a:r>
            <a:r>
              <a:rPr lang="en-US" sz="2800" dirty="0"/>
              <a:t>Contents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221932" y="4328836"/>
            <a:ext cx="35804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800"/>
              <a:t>Footnotes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1122958" y="4799668"/>
            <a:ext cx="5486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800" dirty="0"/>
              <a:t>Citations </a:t>
            </a:r>
            <a:r>
              <a:rPr lang="en-US" sz="2800" dirty="0" smtClean="0"/>
              <a:t>&amp; Bibliography</a:t>
            </a:r>
            <a:endParaRPr lang="en-US" sz="2800" dirty="0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5466607" y="3897745"/>
            <a:ext cx="32201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800" dirty="0"/>
              <a:t>Captions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5397641" y="4332991"/>
            <a:ext cx="213628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800" dirty="0"/>
              <a:t>Index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19050" y="5813425"/>
            <a:ext cx="1068388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033463" y="5797550"/>
            <a:ext cx="1303337" cy="8318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133600" y="5789613"/>
            <a:ext cx="1311275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375025" y="5789613"/>
            <a:ext cx="1447800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686300" y="5813425"/>
            <a:ext cx="1028700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5376032" y="4841321"/>
            <a:ext cx="37798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800" dirty="0"/>
              <a:t>Table </a:t>
            </a:r>
            <a:r>
              <a:rPr lang="en-US" sz="2800" dirty="0" smtClean="0"/>
              <a:t>of Authorities</a:t>
            </a:r>
            <a:endParaRPr lang="en-US" sz="2800" dirty="0"/>
          </a:p>
        </p:txBody>
      </p:sp>
      <p:sp>
        <p:nvSpPr>
          <p:cNvPr id="27" name="Rectangle 26"/>
          <p:cNvSpPr/>
          <p:nvPr/>
        </p:nvSpPr>
        <p:spPr>
          <a:xfrm>
            <a:off x="5715000" y="5799138"/>
            <a:ext cx="1447800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402838"/>
            <a:ext cx="8229600" cy="1143000"/>
          </a:xfrm>
        </p:spPr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261" y="1537885"/>
            <a:ext cx="8229600" cy="1614041"/>
          </a:xfrm>
        </p:spPr>
        <p:txBody>
          <a:bodyPr>
            <a:normAutofit/>
          </a:bodyPr>
          <a:lstStyle/>
          <a:p>
            <a:r>
              <a:rPr lang="en-US" dirty="0" smtClean="0"/>
              <a:t>It contains </a:t>
            </a:r>
            <a:r>
              <a:rPr lang="en-US" dirty="0"/>
              <a:t>the commands </a:t>
            </a:r>
            <a:r>
              <a:rPr lang="en-US" dirty="0" smtClean="0"/>
              <a:t>associated </a:t>
            </a:r>
            <a:r>
              <a:rPr lang="en-US" dirty="0"/>
              <a:t>with writing a research paper, essay, term paper or similarly formal documents.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569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5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76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7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9" grpId="0"/>
      <p:bldP spid="20" grpId="0"/>
      <p:bldP spid="21" grpId="0"/>
      <p:bldP spid="14" grpId="0" animBg="1"/>
      <p:bldP spid="14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/>
      <p:bldP spid="27" grpId="0" animBg="1"/>
      <p:bldP spid="27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889"/>
          <a:stretch/>
        </p:blipFill>
        <p:spPr bwMode="auto">
          <a:xfrm>
            <a:off x="20472" y="5115516"/>
            <a:ext cx="91440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609600" y="3646488"/>
            <a:ext cx="32221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dirty="0"/>
              <a:t>Create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609746" y="4184353"/>
            <a:ext cx="24920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dirty="0" smtClean="0"/>
              <a:t>Start Mail </a:t>
            </a:r>
            <a:r>
              <a:rPr lang="en-US" sz="2400" dirty="0"/>
              <a:t>Merge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4367284" y="3646488"/>
            <a:ext cx="35572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dirty="0"/>
              <a:t>Write &amp; </a:t>
            </a:r>
            <a:r>
              <a:rPr lang="en-US" sz="2400" dirty="0" smtClean="0"/>
              <a:t>Insert Fields</a:t>
            </a:r>
            <a:endParaRPr lang="en-US" sz="2400" dirty="0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4367284" y="4203848"/>
            <a:ext cx="35306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dirty="0" smtClean="0"/>
              <a:t>Preview Results</a:t>
            </a:r>
            <a:endParaRPr lang="en-US" sz="2400" dirty="0"/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4383708" y="4722159"/>
            <a:ext cx="14683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dirty="0"/>
              <a:t>Finish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19050" y="5638800"/>
            <a:ext cx="704850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85800" y="5638800"/>
            <a:ext cx="1447800" cy="8302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057400" y="5614988"/>
            <a:ext cx="2286000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4343400" y="5616575"/>
            <a:ext cx="1447800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761038" y="5638800"/>
            <a:ext cx="334962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Mailings Tab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contains </a:t>
            </a:r>
            <a:r>
              <a:rPr lang="en-US" dirty="0"/>
              <a:t>the commands most commonly associated with documents and files created for mass mailing.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81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5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6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9" grpId="0"/>
      <p:bldP spid="20" grpId="0"/>
      <p:bldP spid="21" grpId="0"/>
      <p:bldP spid="14" grpId="0" animBg="1"/>
      <p:bldP spid="14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3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3" b="77778"/>
          <a:stretch/>
        </p:blipFill>
        <p:spPr bwMode="auto">
          <a:xfrm>
            <a:off x="101221" y="5328777"/>
            <a:ext cx="90678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589724" y="3427558"/>
            <a:ext cx="20161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dirty="0"/>
              <a:t>Proofing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52193" y="3889223"/>
            <a:ext cx="23557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dirty="0"/>
              <a:t>Language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552193" y="4350888"/>
            <a:ext cx="25327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dirty="0"/>
              <a:t>Comments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626238" y="4894408"/>
            <a:ext cx="20497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/>
              <a:t>Tracking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3886200" y="3345008"/>
            <a:ext cx="21471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dirty="0"/>
              <a:t>Changes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708" y="5785977"/>
            <a:ext cx="1484313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49021" y="5785977"/>
            <a:ext cx="838200" cy="8302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311021" y="5785977"/>
            <a:ext cx="1295400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606421" y="5785977"/>
            <a:ext cx="1600200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219321" y="5793915"/>
            <a:ext cx="1130300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3885063" y="3784883"/>
            <a:ext cx="21980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dirty="0"/>
              <a:t>Compare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49621" y="5785977"/>
            <a:ext cx="381000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3886200" y="4224758"/>
            <a:ext cx="17541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dirty="0"/>
              <a:t>Protect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30621" y="5793915"/>
            <a:ext cx="657225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 Tabs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75" y="1708918"/>
            <a:ext cx="8229600" cy="4221163"/>
          </a:xfrm>
        </p:spPr>
        <p:txBody>
          <a:bodyPr/>
          <a:lstStyle/>
          <a:p>
            <a:r>
              <a:rPr lang="en-US" dirty="0" smtClean="0"/>
              <a:t>It contains </a:t>
            </a:r>
            <a:r>
              <a:rPr lang="en-US" dirty="0"/>
              <a:t>the commands </a:t>
            </a:r>
            <a:r>
              <a:rPr lang="en-US" dirty="0" smtClean="0"/>
              <a:t>associated </a:t>
            </a:r>
            <a:r>
              <a:rPr lang="en-US" dirty="0"/>
              <a:t>with documents which are shared or being prepared for publication.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39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5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76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8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9" grpId="0"/>
      <p:bldP spid="20" grpId="0"/>
      <p:bldP spid="21" grpId="0"/>
      <p:bldP spid="14" grpId="0" animBg="1"/>
      <p:bldP spid="14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/>
      <p:bldP spid="27" grpId="0" animBg="1"/>
      <p:bldP spid="27" grpId="1" animBg="1"/>
      <p:bldP spid="28" grpId="0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3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871"/>
          <a:stretch/>
        </p:blipFill>
        <p:spPr bwMode="auto">
          <a:xfrm>
            <a:off x="-7961" y="5211390"/>
            <a:ext cx="9144000" cy="138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588141" y="3468485"/>
            <a:ext cx="31974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800" dirty="0" smtClean="0"/>
              <a:t>Document Views</a:t>
            </a:r>
            <a:endParaRPr lang="en-US" sz="2800" dirty="0"/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450995" y="3763891"/>
            <a:ext cx="189960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800" dirty="0"/>
              <a:t>Show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588141" y="4031357"/>
            <a:ext cx="19361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800" dirty="0"/>
              <a:t>Zoom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5450995" y="4287111"/>
            <a:ext cx="256539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800" dirty="0"/>
              <a:t>Window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588141" y="4554577"/>
            <a:ext cx="23912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800" dirty="0"/>
              <a:t>Macros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4474" y="5679703"/>
            <a:ext cx="1484313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439839" y="5679703"/>
            <a:ext cx="838200" cy="8302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01839" y="5679703"/>
            <a:ext cx="1295400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497239" y="5679703"/>
            <a:ext cx="2592388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089627" y="5657478"/>
            <a:ext cx="282575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View Tab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24271"/>
            <a:ext cx="8229600" cy="4221163"/>
          </a:xfrm>
        </p:spPr>
        <p:txBody>
          <a:bodyPr/>
          <a:lstStyle/>
          <a:p>
            <a:r>
              <a:rPr lang="en-US" dirty="0" smtClean="0"/>
              <a:t>It contains </a:t>
            </a:r>
            <a:r>
              <a:rPr lang="en-US" dirty="0"/>
              <a:t>the commands </a:t>
            </a:r>
            <a:r>
              <a:rPr lang="en-US" dirty="0" smtClean="0"/>
              <a:t>associated </a:t>
            </a:r>
            <a:r>
              <a:rPr lang="en-US" dirty="0"/>
              <a:t>with the variety of ways you can “look at” a document or documents.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215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5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6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9" grpId="0"/>
      <p:bldP spid="20" grpId="0"/>
      <p:bldP spid="21" grpId="0"/>
      <p:bldP spid="14" grpId="0" animBg="1"/>
      <p:bldP spid="14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END 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46859"/>
      </p:ext>
    </p:extLst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193</TotalTime>
  <Words>288</Words>
  <Application>Microsoft Office PowerPoint</Application>
  <PresentationFormat>On-screen Show (4:3)</PresentationFormat>
  <Paragraphs>95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HNDIT</vt:lpstr>
      <vt:lpstr>HNDIT1101: Personal Computer Applications </vt:lpstr>
      <vt:lpstr>Basic features in MS Word processing software</vt:lpstr>
      <vt:lpstr>Word Processing</vt:lpstr>
      <vt:lpstr>Tabs</vt:lpstr>
      <vt:lpstr>Home Tab</vt:lpstr>
      <vt:lpstr>Insert Tab</vt:lpstr>
      <vt:lpstr>Page Layout</vt:lpstr>
      <vt:lpstr>References</vt:lpstr>
      <vt:lpstr>Mailings Tab</vt:lpstr>
      <vt:lpstr>Review Tabs</vt:lpstr>
      <vt:lpstr>View Tab</vt:lpstr>
      <vt:lpstr>END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HNDIT11012: Personal Computer Applications</dc:title>
  <dc:creator>DNP</dc:creator>
  <cp:lastModifiedBy>DNP</cp:lastModifiedBy>
  <cp:revision>16</cp:revision>
  <dcterms:created xsi:type="dcterms:W3CDTF">2018-05-21T10:06:55Z</dcterms:created>
  <dcterms:modified xsi:type="dcterms:W3CDTF">2018-05-24T08:18:54Z</dcterms:modified>
</cp:coreProperties>
</file>